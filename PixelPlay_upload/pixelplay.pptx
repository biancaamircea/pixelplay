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8" r:id="rId5"/>
    <p:sldId id="273" r:id="rId6"/>
    <p:sldId id="275" r:id="rId7"/>
    <p:sldId id="259" r:id="rId8"/>
    <p:sldId id="282" r:id="rId9"/>
    <p:sldId id="281" r:id="rId10"/>
    <p:sldId id="283" r:id="rId11"/>
    <p:sldId id="284" r:id="rId12"/>
    <p:sldId id="277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94" autoAdjust="0"/>
  </p:normalViewPr>
  <p:slideViewPr>
    <p:cSldViewPr snapToGrid="0">
      <p:cViewPr>
        <p:scale>
          <a:sx n="66" d="100"/>
          <a:sy n="66" d="100"/>
        </p:scale>
        <p:origin x="-302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A527-F925-414F-B4F4-8F4244CDDC8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E2AA-278D-0B48-A5DE-00B1FC5BDA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E2AA-278D-0B48-A5DE-00B1FC5BDAF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72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E2AA-278D-0B48-A5DE-00B1FC5BDAF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57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anchor="t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itle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anchor="ctr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685800">
              <a:spcBef>
                <a:spcPts val="600"/>
              </a:spcBef>
              <a:spcAft>
                <a:spcPts val="600"/>
              </a:spcAft>
              <a:defRPr sz="1800"/>
            </a:lvl2pPr>
            <a:lvl3pPr marL="1143000">
              <a:spcBef>
                <a:spcPts val="600"/>
              </a:spcBef>
              <a:spcAft>
                <a:spcPts val="600"/>
              </a:spcAft>
              <a:defRPr sz="1800"/>
            </a:lvl3pPr>
            <a:lvl4pPr marL="1600200">
              <a:spcBef>
                <a:spcPts val="600"/>
              </a:spcBef>
              <a:spcAft>
                <a:spcPts val="600"/>
              </a:spcAft>
              <a:defRPr sz="1800"/>
            </a:lvl4pPr>
            <a:lvl5pPr marL="20574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noFill/>
        </p:spPr>
        <p:txBody>
          <a:bodyPr>
            <a:noAutofit/>
          </a:bodyPr>
          <a:lstStyle/>
          <a:p>
            <a:r>
              <a:rPr lang="en-US" dirty="0" err="1"/>
              <a:t>PixelPlay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038" y="1457865"/>
            <a:ext cx="3200400" cy="4580626"/>
          </a:xfrm>
          <a:noFill/>
        </p:spPr>
        <p:txBody>
          <a:bodyPr anchor="t">
            <a:noAutofit/>
          </a:bodyPr>
          <a:lstStyle/>
          <a:p>
            <a:r>
              <a:rPr lang="en-US" dirty="0" err="1"/>
              <a:t>PixelPlay</a:t>
            </a:r>
            <a:r>
              <a:rPr lang="en-US" dirty="0"/>
              <a:t> – Mini Arcade Embedded cu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cameră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287" y="1457864"/>
            <a:ext cx="4986068" cy="4580627"/>
          </a:xfrm>
          <a:noFill/>
        </p:spPr>
        <p:txBody>
          <a:bodyPr anchor="t">
            <a:normAutofit fontScale="85000" lnSpcReduction="10000"/>
          </a:bodyPr>
          <a:lstStyle/>
          <a:p>
            <a:r>
              <a:rPr lang="en-US" dirty="0"/>
              <a:t>„</a:t>
            </a:r>
            <a:r>
              <a:rPr lang="en-US" dirty="0" err="1"/>
              <a:t>Proiectul</a:t>
            </a:r>
            <a:r>
              <a:rPr lang="en-US" dirty="0"/>
              <a:t> se </a:t>
            </a:r>
            <a:r>
              <a:rPr lang="en-US" dirty="0" err="1"/>
              <a:t>numește</a:t>
            </a:r>
            <a:r>
              <a:rPr lang="en-US" dirty="0"/>
              <a:t> </a:t>
            </a:r>
            <a:r>
              <a:rPr lang="en-US" dirty="0" err="1"/>
              <a:t>PixelPlay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mini-</a:t>
            </a:r>
            <a:r>
              <a:rPr lang="en-US" dirty="0" err="1"/>
              <a:t>sistem</a:t>
            </a:r>
            <a:r>
              <a:rPr lang="en-US" dirty="0"/>
              <a:t> embedded </a:t>
            </a:r>
            <a:r>
              <a:rPr lang="en-US" dirty="0" err="1"/>
              <a:t>interactiv</a:t>
            </a:r>
            <a:r>
              <a:rPr lang="en-US" dirty="0"/>
              <a:t> </a:t>
            </a:r>
            <a:r>
              <a:rPr lang="en-US" dirty="0" err="1"/>
              <a:t>construit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jurul</a:t>
            </a:r>
            <a:r>
              <a:rPr lang="en-US" dirty="0"/>
              <a:t> </a:t>
            </a:r>
            <a:r>
              <a:rPr lang="en-US" dirty="0" err="1"/>
              <a:t>plăcii</a:t>
            </a:r>
            <a:r>
              <a:rPr lang="en-US" dirty="0"/>
              <a:t> FRDM-MCXA153. Pe display </a:t>
            </a:r>
            <a:r>
              <a:rPr lang="en-US" dirty="0" err="1"/>
              <a:t>există</a:t>
            </a:r>
            <a:r>
              <a:rPr lang="en-US" dirty="0"/>
              <a:t> o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grafică</a:t>
            </a:r>
            <a:r>
              <a:rPr lang="en-US" dirty="0"/>
              <a:t> din care </a:t>
            </a:r>
            <a:r>
              <a:rPr lang="en-US" dirty="0" err="1"/>
              <a:t>utilizatorul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selecta </a:t>
            </a:r>
            <a:r>
              <a:rPr lang="en-US" dirty="0" err="1"/>
              <a:t>jocuri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funcțiile</a:t>
            </a:r>
            <a:r>
              <a:rPr lang="en-US" dirty="0"/>
              <a:t> de </a:t>
            </a:r>
            <a:r>
              <a:rPr lang="en-US" dirty="0" err="1"/>
              <a:t>fotografie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filmare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cameră</a:t>
            </a:r>
            <a:r>
              <a:rPr lang="en-US" dirty="0"/>
              <a:t> 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separat</a:t>
            </a:r>
            <a:r>
              <a:rPr lang="en-US" dirty="0"/>
              <a:t> un ESP32-CAM-MB, care </a:t>
            </a:r>
            <a:r>
              <a:rPr lang="en-US" dirty="0" err="1"/>
              <a:t>comunică</a:t>
            </a:r>
            <a:r>
              <a:rPr lang="en-US" dirty="0"/>
              <a:t> cu </a:t>
            </a:r>
            <a:r>
              <a:rPr lang="en-US" dirty="0" err="1"/>
              <a:t>placa</a:t>
            </a:r>
            <a:r>
              <a:rPr lang="en-US" dirty="0"/>
              <a:t> </a:t>
            </a:r>
            <a:r>
              <a:rPr lang="en-US" dirty="0" err="1"/>
              <a:t>principală</a:t>
            </a:r>
            <a:r>
              <a:rPr lang="en-US" dirty="0"/>
              <a:t>. </a:t>
            </a:r>
            <a:r>
              <a:rPr lang="en-US" dirty="0" err="1"/>
              <a:t>Interacțiunea</a:t>
            </a:r>
            <a:r>
              <a:rPr lang="en-US" dirty="0"/>
              <a:t> se face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butoane</a:t>
            </a:r>
            <a:r>
              <a:rPr lang="en-US" dirty="0"/>
              <a:t>,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onboard,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butoane</a:t>
            </a:r>
            <a:r>
              <a:rPr lang="en-US" dirty="0"/>
              <a:t> externe.</a:t>
            </a:r>
          </a:p>
        </p:txBody>
      </p:sp>
    </p:spTree>
    <p:extLst>
      <p:ext uri="{BB962C8B-B14F-4D97-AF65-F5344CB8AC3E}">
        <p14:creationId xmlns:p14="http://schemas.microsoft.com/office/powerpoint/2010/main" val="207081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BBF6BCD-3F59-74E4-C900-F37F084A71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1" b="11601"/>
          <a:stretch>
            <a:fillRect/>
          </a:stretch>
        </p:blipFill>
        <p:spPr>
          <a:xfrm>
            <a:off x="1182041" y="784184"/>
            <a:ext cx="4913959" cy="5289631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7BA2EB-8DA4-605C-086F-51DCA6122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72915" y="1303921"/>
            <a:ext cx="5666874" cy="425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135" y="1124887"/>
            <a:ext cx="4480560" cy="2352356"/>
          </a:xfrm>
          <a:noFill/>
        </p:spPr>
        <p:txBody>
          <a:bodyPr>
            <a:noAutofit/>
          </a:bodyPr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PixelPlay</a:t>
            </a:r>
            <a:r>
              <a:rPr lang="en-US" dirty="0"/>
              <a:t>?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4583933-95EE-13B0-55ED-7B10E3D38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833" y="1251284"/>
            <a:ext cx="4636167" cy="4443460"/>
          </a:xfrm>
        </p:spPr>
        <p:txBody>
          <a:bodyPr/>
          <a:lstStyle/>
          <a:p>
            <a:r>
              <a:rPr lang="en-US" sz="2600" dirty="0" err="1"/>
              <a:t>Ideea</a:t>
            </a:r>
            <a:r>
              <a:rPr lang="en-US" sz="2600" dirty="0"/>
              <a:t> a </a:t>
            </a:r>
            <a:r>
              <a:rPr lang="en-US" sz="2600" dirty="0" err="1"/>
              <a:t>fost</a:t>
            </a:r>
            <a:r>
              <a:rPr lang="en-US" sz="2600" dirty="0"/>
              <a:t> </a:t>
            </a:r>
            <a:r>
              <a:rPr lang="en-US" sz="2600" dirty="0" err="1"/>
              <a:t>să</a:t>
            </a:r>
            <a:r>
              <a:rPr lang="en-US" sz="2600" dirty="0"/>
              <a:t> </a:t>
            </a:r>
            <a:r>
              <a:rPr lang="en-US" sz="2600" dirty="0" err="1"/>
              <a:t>combin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multe</a:t>
            </a:r>
            <a:r>
              <a:rPr lang="en-US" sz="2600" dirty="0"/>
              <a:t> </a:t>
            </a:r>
            <a:r>
              <a:rPr lang="en-US" sz="2600" dirty="0" err="1"/>
              <a:t>funcționalități</a:t>
            </a:r>
            <a:r>
              <a:rPr lang="en-US" sz="2600" dirty="0"/>
              <a:t> </a:t>
            </a:r>
            <a:r>
              <a:rPr lang="en-US" sz="2600" dirty="0" err="1"/>
              <a:t>într</a:t>
            </a:r>
            <a:r>
              <a:rPr lang="en-US" sz="2600" dirty="0"/>
              <a:t>-un </a:t>
            </a:r>
            <a:r>
              <a:rPr lang="en-US" sz="2600" dirty="0" err="1"/>
              <a:t>singur</a:t>
            </a:r>
            <a:r>
              <a:rPr lang="en-US" sz="2600" dirty="0"/>
              <a:t> </a:t>
            </a:r>
            <a:r>
              <a:rPr lang="en-US" sz="2600" dirty="0" err="1"/>
              <a:t>proiect</a:t>
            </a:r>
            <a:r>
              <a:rPr lang="en-US" sz="2600" dirty="0"/>
              <a:t> embedded. Nu am </a:t>
            </a:r>
            <a:r>
              <a:rPr lang="en-US" sz="2600" dirty="0" err="1"/>
              <a:t>vrut</a:t>
            </a:r>
            <a:r>
              <a:rPr lang="en-US" sz="2600" dirty="0"/>
              <a:t> </a:t>
            </a:r>
            <a:r>
              <a:rPr lang="en-US" sz="2600" dirty="0" err="1"/>
              <a:t>doar</a:t>
            </a:r>
            <a:r>
              <a:rPr lang="en-US" sz="2600" dirty="0"/>
              <a:t> un </a:t>
            </a:r>
            <a:r>
              <a:rPr lang="en-US" sz="2600" dirty="0" err="1"/>
              <a:t>joc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dirty="0" err="1"/>
              <a:t>doar</a:t>
            </a:r>
            <a:r>
              <a:rPr lang="en-US" sz="2600" dirty="0"/>
              <a:t> o </a:t>
            </a:r>
            <a:r>
              <a:rPr lang="en-US" sz="2600" dirty="0" err="1"/>
              <a:t>cameră</a:t>
            </a:r>
            <a:r>
              <a:rPr lang="en-US" sz="2600" dirty="0"/>
              <a:t>, ci o </a:t>
            </a:r>
            <a:r>
              <a:rPr lang="en-US" sz="2600" dirty="0" err="1"/>
              <a:t>interfață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care </a:t>
            </a:r>
            <a:r>
              <a:rPr lang="en-US" sz="2600" dirty="0" err="1"/>
              <a:t>utilizatorul</a:t>
            </a:r>
            <a:r>
              <a:rPr lang="en-US" sz="2600" dirty="0"/>
              <a:t> </a:t>
            </a:r>
            <a:r>
              <a:rPr lang="en-US" sz="2600" dirty="0" err="1"/>
              <a:t>poate</a:t>
            </a:r>
            <a:r>
              <a:rPr lang="en-US" sz="2600" dirty="0"/>
              <a:t> </a:t>
            </a:r>
            <a:r>
              <a:rPr lang="en-US" sz="2600" dirty="0" err="1"/>
              <a:t>naviga</a:t>
            </a:r>
            <a:r>
              <a:rPr lang="en-US" sz="2600" dirty="0"/>
              <a:t> </a:t>
            </a:r>
            <a:r>
              <a:rPr lang="en-US" sz="2600" dirty="0" err="1"/>
              <a:t>între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multe</a:t>
            </a:r>
            <a:r>
              <a:rPr lang="en-US" sz="2600" dirty="0"/>
              <a:t> </a:t>
            </a:r>
            <a:r>
              <a:rPr lang="en-US" sz="2600" dirty="0" err="1"/>
              <a:t>funcții</a:t>
            </a:r>
            <a:r>
              <a:rPr lang="en-US" sz="2600" dirty="0"/>
              <a:t>. FRDM-ul </a:t>
            </a:r>
            <a:r>
              <a:rPr lang="en-US" sz="2600" dirty="0" err="1"/>
              <a:t>controlează</a:t>
            </a:r>
            <a:r>
              <a:rPr lang="en-US" sz="2600" dirty="0"/>
              <a:t> </a:t>
            </a:r>
            <a:r>
              <a:rPr lang="en-US" sz="2600" dirty="0" err="1"/>
              <a:t>meniul</a:t>
            </a:r>
            <a:r>
              <a:rPr lang="en-US" sz="2600" dirty="0"/>
              <a:t>, </a:t>
            </a:r>
            <a:r>
              <a:rPr lang="en-US" sz="2600" dirty="0" err="1"/>
              <a:t>jocurile</a:t>
            </a:r>
            <a:r>
              <a:rPr lang="en-US" sz="2600" dirty="0"/>
              <a:t> </a:t>
            </a:r>
            <a:r>
              <a:rPr lang="en-US" sz="2600" dirty="0" err="1"/>
              <a:t>și</a:t>
            </a:r>
            <a:r>
              <a:rPr lang="en-US" sz="2600" dirty="0"/>
              <a:t> </a:t>
            </a:r>
            <a:r>
              <a:rPr lang="en-US" sz="2600" dirty="0" err="1"/>
              <a:t>comenzile</a:t>
            </a:r>
            <a:r>
              <a:rPr lang="en-US" sz="2600" dirty="0"/>
              <a:t>, </a:t>
            </a:r>
            <a:r>
              <a:rPr lang="en-US" sz="2600" dirty="0" err="1"/>
              <a:t>iar</a:t>
            </a:r>
            <a:r>
              <a:rPr lang="en-US" sz="2600" dirty="0"/>
              <a:t> ESP32-CAM se </a:t>
            </a:r>
            <a:r>
              <a:rPr lang="en-US" sz="2600" dirty="0" err="1"/>
              <a:t>ocupă</a:t>
            </a:r>
            <a:r>
              <a:rPr lang="en-US" sz="2600" dirty="0"/>
              <a:t> de </a:t>
            </a:r>
            <a:r>
              <a:rPr lang="en-US" sz="2600" dirty="0" err="1"/>
              <a:t>partea</a:t>
            </a:r>
            <a:r>
              <a:rPr lang="en-US" sz="2600" dirty="0"/>
              <a:t> de imagine. </a:t>
            </a:r>
            <a:r>
              <a:rPr lang="en-US" sz="2600" dirty="0" err="1"/>
              <a:t>Laptopul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folosit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salvarea</a:t>
            </a:r>
            <a:r>
              <a:rPr lang="en-US" sz="2600" dirty="0"/>
              <a:t> </a:t>
            </a:r>
            <a:r>
              <a:rPr lang="en-US" sz="2600" dirty="0" err="1"/>
              <a:t>pozelor</a:t>
            </a:r>
            <a:r>
              <a:rPr lang="en-US" sz="2600" dirty="0"/>
              <a:t> </a:t>
            </a:r>
            <a:r>
              <a:rPr lang="en-US" sz="2600" dirty="0" err="1"/>
              <a:t>și</a:t>
            </a:r>
            <a:r>
              <a:rPr lang="en-US" sz="2600" dirty="0"/>
              <a:t> </a:t>
            </a:r>
            <a:r>
              <a:rPr lang="en-US" sz="2600" dirty="0" err="1"/>
              <a:t>videoclipurilor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1077230"/>
          </a:xfrm>
          <a:noFill/>
        </p:spPr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075" y="2257425"/>
            <a:ext cx="8959850" cy="3541713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FRDM-MCXA153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componenta</a:t>
            </a:r>
            <a:r>
              <a:rPr lang="en-US" sz="2800" dirty="0"/>
              <a:t> </a:t>
            </a:r>
            <a:r>
              <a:rPr lang="en-US" sz="2800" dirty="0" err="1"/>
              <a:t>principală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rulează</a:t>
            </a:r>
            <a:r>
              <a:rPr lang="en-US" sz="2800" dirty="0"/>
              <a:t> </a:t>
            </a:r>
            <a:r>
              <a:rPr lang="en-US" sz="2800" dirty="0" err="1"/>
              <a:t>logica</a:t>
            </a:r>
            <a:r>
              <a:rPr lang="en-US" sz="2800" dirty="0"/>
              <a:t> </a:t>
            </a:r>
            <a:r>
              <a:rPr lang="en-US" sz="2800" dirty="0" err="1"/>
              <a:t>interfeței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a </a:t>
            </a:r>
            <a:r>
              <a:rPr lang="en-US" sz="2800" dirty="0" err="1"/>
              <a:t>jocurilor</a:t>
            </a:r>
            <a:r>
              <a:rPr lang="en-US" sz="2800" dirty="0"/>
              <a:t>. Display-ul </a:t>
            </a:r>
            <a:r>
              <a:rPr lang="en-US" sz="2800" dirty="0" err="1"/>
              <a:t>comunică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SPI cu </a:t>
            </a:r>
            <a:r>
              <a:rPr lang="en-US" sz="2800" dirty="0" err="1"/>
              <a:t>placa</a:t>
            </a:r>
            <a:r>
              <a:rPr lang="en-US" sz="2800" dirty="0"/>
              <a:t>.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cameră</a:t>
            </a:r>
            <a:r>
              <a:rPr lang="en-US" sz="2800" dirty="0"/>
              <a:t> am </a:t>
            </a:r>
            <a:r>
              <a:rPr lang="en-US" sz="2800" dirty="0" err="1"/>
              <a:t>folosit</a:t>
            </a:r>
            <a:r>
              <a:rPr lang="en-US" sz="2800" dirty="0"/>
              <a:t> ESP32-CAM-MB, </a:t>
            </a:r>
            <a:r>
              <a:rPr lang="en-US" sz="2800" dirty="0" err="1"/>
              <a:t>deoarece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specializată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captură</a:t>
            </a:r>
            <a:r>
              <a:rPr lang="en-US" sz="2800" dirty="0"/>
              <a:t> de imagine. Cele </a:t>
            </a:r>
            <a:r>
              <a:rPr lang="en-US" sz="2800" dirty="0" err="1"/>
              <a:t>două</a:t>
            </a:r>
            <a:r>
              <a:rPr lang="en-US" sz="2800" dirty="0"/>
              <a:t> </a:t>
            </a:r>
            <a:r>
              <a:rPr lang="en-US" sz="2800" dirty="0" err="1"/>
              <a:t>butoane</a:t>
            </a:r>
            <a:r>
              <a:rPr lang="en-US" sz="2800" dirty="0"/>
              <a:t> externe </a:t>
            </a:r>
            <a:r>
              <a:rPr lang="en-US" sz="2800" dirty="0" err="1"/>
              <a:t>reproduc</a:t>
            </a:r>
            <a:r>
              <a:rPr lang="en-US" sz="2800" dirty="0"/>
              <a:t> </a:t>
            </a:r>
            <a:r>
              <a:rPr lang="en-US" sz="2800" dirty="0" err="1"/>
              <a:t>funcțiile</a:t>
            </a:r>
            <a:r>
              <a:rPr lang="en-US" sz="2800" dirty="0"/>
              <a:t> </a:t>
            </a:r>
            <a:r>
              <a:rPr lang="en-US" sz="2800" dirty="0" err="1"/>
              <a:t>butoanelor</a:t>
            </a:r>
            <a:r>
              <a:rPr lang="en-US" sz="2800" dirty="0"/>
              <a:t> SW2 </a:t>
            </a:r>
            <a:r>
              <a:rPr lang="en-US" sz="2800" dirty="0" err="1"/>
              <a:t>și</a:t>
            </a:r>
            <a:r>
              <a:rPr lang="en-US" sz="2800" dirty="0"/>
              <a:t> SW3 de pe </a:t>
            </a:r>
            <a:r>
              <a:rPr lang="en-US" sz="2800" dirty="0" err="1"/>
              <a:t>placă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46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891251"/>
            <a:ext cx="9653286" cy="1158254"/>
          </a:xfrm>
          <a:noFill/>
        </p:spPr>
        <p:txBody>
          <a:bodyPr/>
          <a:lstStyle/>
          <a:p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sistemului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00540" y="2257062"/>
            <a:ext cx="4062711" cy="3541853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FRDM-MCXA153</a:t>
            </a:r>
            <a:endParaRPr lang="en-US" dirty="0"/>
          </a:p>
          <a:p>
            <a:pPr lvl="0"/>
            <a:r>
              <a:rPr lang="en-US" dirty="0" err="1"/>
              <a:t>gestionează</a:t>
            </a:r>
            <a:r>
              <a:rPr lang="en-US" dirty="0"/>
              <a:t> </a:t>
            </a:r>
            <a:r>
              <a:rPr lang="en-US" dirty="0" err="1"/>
              <a:t>meniul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rulează</a:t>
            </a:r>
            <a:r>
              <a:rPr lang="en-US" dirty="0"/>
              <a:t> </a:t>
            </a:r>
            <a:r>
              <a:rPr lang="en-US" dirty="0" err="1"/>
              <a:t>jocurile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citește</a:t>
            </a:r>
            <a:r>
              <a:rPr lang="en-US" dirty="0"/>
              <a:t> </a:t>
            </a:r>
            <a:r>
              <a:rPr lang="en-US" dirty="0" err="1"/>
              <a:t>butoanele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controlează</a:t>
            </a:r>
            <a:r>
              <a:rPr lang="en-US" dirty="0"/>
              <a:t> display-ul </a:t>
            </a:r>
          </a:p>
          <a:p>
            <a:pPr lvl="0"/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comenzi</a:t>
            </a:r>
            <a:r>
              <a:rPr lang="en-US" dirty="0"/>
              <a:t> </a:t>
            </a:r>
            <a:r>
              <a:rPr lang="en-US" dirty="0" err="1"/>
              <a:t>camerei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88311" y="2257061"/>
            <a:ext cx="4203151" cy="3541853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ESP32-CAM-MB</a:t>
            </a:r>
            <a:endParaRPr lang="en-US" dirty="0"/>
          </a:p>
          <a:p>
            <a:pPr lvl="0"/>
            <a:r>
              <a:rPr lang="en-US" dirty="0" err="1"/>
              <a:t>realizează</a:t>
            </a:r>
            <a:r>
              <a:rPr lang="en-US" dirty="0"/>
              <a:t> </a:t>
            </a:r>
            <a:r>
              <a:rPr lang="en-US" dirty="0" err="1"/>
              <a:t>captura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laptop </a:t>
            </a:r>
          </a:p>
          <a:p>
            <a:r>
              <a:rPr lang="en-US" b="1" dirty="0"/>
              <a:t>Laptop</a:t>
            </a:r>
            <a:endParaRPr lang="en-US" dirty="0"/>
          </a:p>
          <a:p>
            <a:pPr lvl="0"/>
            <a:r>
              <a:rPr lang="en-US" dirty="0" err="1"/>
              <a:t>salvează</a:t>
            </a:r>
            <a:r>
              <a:rPr lang="en-US" dirty="0"/>
              <a:t> </a:t>
            </a:r>
            <a:r>
              <a:rPr lang="en-US" dirty="0" err="1"/>
              <a:t>imaginile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salvează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convertește</a:t>
            </a:r>
            <a:r>
              <a:rPr lang="en-US" dirty="0"/>
              <a:t> </a:t>
            </a:r>
            <a:r>
              <a:rPr lang="en-US" dirty="0" err="1"/>
              <a:t>videoclipurile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61" y="777240"/>
            <a:ext cx="10007278" cy="1283843"/>
          </a:xfrm>
          <a:noFill/>
        </p:spPr>
        <p:txBody>
          <a:bodyPr anchor="b"/>
          <a:lstStyle/>
          <a:p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userului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029" y="2261313"/>
            <a:ext cx="3275746" cy="3653350"/>
          </a:xfrm>
          <a:noFill/>
        </p:spPr>
        <p:txBody>
          <a:bodyPr>
            <a:normAutofit/>
          </a:bodyPr>
          <a:lstStyle/>
          <a:p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pornire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întâi</a:t>
            </a:r>
            <a:r>
              <a:rPr lang="en-US" dirty="0"/>
              <a:t> un </a:t>
            </a:r>
            <a:r>
              <a:rPr lang="en-US" dirty="0" err="1"/>
              <a:t>ecran</a:t>
            </a:r>
            <a:r>
              <a:rPr lang="en-US" dirty="0"/>
              <a:t> de welcome. </a:t>
            </a:r>
            <a:r>
              <a:rPr lang="en-US" dirty="0" err="1"/>
              <a:t>Următorul</a:t>
            </a:r>
            <a:r>
              <a:rPr lang="en-US" dirty="0"/>
              <a:t> pas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. SW2 </a:t>
            </a:r>
            <a:r>
              <a:rPr lang="en-US" dirty="0" err="1"/>
              <a:t>selectează</a:t>
            </a:r>
            <a:r>
              <a:rPr lang="en-US" dirty="0"/>
              <a:t> Anastasia, </a:t>
            </a:r>
            <a:r>
              <a:rPr lang="en-US" dirty="0" err="1"/>
              <a:t>iar</a:t>
            </a:r>
            <a:r>
              <a:rPr lang="en-US" dirty="0"/>
              <a:t> SW3 </a:t>
            </a:r>
            <a:r>
              <a:rPr lang="en-US" dirty="0" err="1"/>
              <a:t>selectează</a:t>
            </a:r>
            <a:r>
              <a:rPr lang="en-US" dirty="0"/>
              <a:t> Bianca. Am </a:t>
            </a:r>
            <a:r>
              <a:rPr lang="en-US" dirty="0" err="1"/>
              <a:t>introdus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ecran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apropiată</a:t>
            </a:r>
            <a:r>
              <a:rPr lang="en-US" dirty="0"/>
              <a:t> de un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nu </a:t>
            </a:r>
            <a:r>
              <a:rPr lang="en-US" dirty="0" err="1"/>
              <a:t>doar</a:t>
            </a:r>
            <a:r>
              <a:rPr lang="en-US" dirty="0"/>
              <a:t> de un demo cu </a:t>
            </a:r>
            <a:r>
              <a:rPr lang="en-US" dirty="0" err="1"/>
              <a:t>funcții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r>
              <a:rPr lang="en-US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9C357C-6C9E-0825-4EEF-7CB02F1D121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536" y="2260600"/>
            <a:ext cx="4872566" cy="3654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408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C61CC16-17FE-0648-0F43-EAF814B69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1275" y="1134320"/>
            <a:ext cx="4803494" cy="1956122"/>
          </a:xfrm>
        </p:spPr>
        <p:txBody>
          <a:bodyPr/>
          <a:lstStyle/>
          <a:p>
            <a:r>
              <a:rPr lang="en-US" dirty="0" err="1"/>
              <a:t>Meniul</a:t>
            </a:r>
            <a:r>
              <a:rPr lang="en-US" dirty="0"/>
              <a:t> </a:t>
            </a:r>
            <a:r>
              <a:rPr lang="en-US" dirty="0" err="1"/>
              <a:t>PixelPlay</a:t>
            </a:r>
            <a:endParaRPr lang="en-US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3EF6EE1-731F-12B6-CB93-FA4A14E50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267327"/>
            <a:ext cx="4668253" cy="4456354"/>
          </a:xfrm>
        </p:spPr>
        <p:txBody>
          <a:bodyPr/>
          <a:lstStyle/>
          <a:p>
            <a:r>
              <a:rPr lang="en-US" sz="2800" dirty="0"/>
              <a:t>„</a:t>
            </a:r>
            <a:r>
              <a:rPr lang="en-US" sz="2800" dirty="0" err="1"/>
              <a:t>După</a:t>
            </a:r>
            <a:r>
              <a:rPr lang="en-US" sz="2800" dirty="0"/>
              <a:t> </a:t>
            </a:r>
            <a:r>
              <a:rPr lang="en-US" sz="2800" dirty="0" err="1"/>
              <a:t>selectarea</a:t>
            </a:r>
            <a:r>
              <a:rPr lang="en-US" sz="2800" dirty="0"/>
              <a:t> </a:t>
            </a:r>
            <a:r>
              <a:rPr lang="en-US" sz="2800" dirty="0" err="1"/>
              <a:t>utilizatorului</a:t>
            </a:r>
            <a:r>
              <a:rPr lang="en-US" sz="2800" dirty="0"/>
              <a:t> se </a:t>
            </a:r>
            <a:r>
              <a:rPr lang="en-US" sz="2800" dirty="0" err="1"/>
              <a:t>intră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meniul</a:t>
            </a:r>
            <a:r>
              <a:rPr lang="en-US" sz="2800" dirty="0"/>
              <a:t> principal. </a:t>
            </a:r>
            <a:r>
              <a:rPr lang="en-US" sz="2800" dirty="0" err="1"/>
              <a:t>Meniul</a:t>
            </a:r>
            <a:r>
              <a:rPr lang="en-US" sz="2800" dirty="0"/>
              <a:t> are </a:t>
            </a:r>
            <a:r>
              <a:rPr lang="en-US" sz="2800" dirty="0" err="1"/>
              <a:t>patru</a:t>
            </a:r>
            <a:r>
              <a:rPr lang="en-US" sz="2800" dirty="0"/>
              <a:t> </a:t>
            </a:r>
            <a:r>
              <a:rPr lang="en-US" sz="2800" dirty="0" err="1"/>
              <a:t>opțiuni</a:t>
            </a:r>
            <a:r>
              <a:rPr lang="en-US" sz="2800" dirty="0"/>
              <a:t>: </a:t>
            </a:r>
            <a:r>
              <a:rPr lang="en-US" sz="2800" dirty="0" err="1"/>
              <a:t>două</a:t>
            </a:r>
            <a:r>
              <a:rPr lang="en-US" sz="2800" dirty="0"/>
              <a:t> </a:t>
            </a:r>
            <a:r>
              <a:rPr lang="en-US" sz="2800" dirty="0" err="1"/>
              <a:t>jocuri</a:t>
            </a:r>
            <a:r>
              <a:rPr lang="en-US" sz="2800" dirty="0"/>
              <a:t>, </a:t>
            </a:r>
            <a:r>
              <a:rPr lang="en-US" sz="2800" dirty="0" err="1"/>
              <a:t>fotografie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filmare</a:t>
            </a:r>
            <a:r>
              <a:rPr lang="en-US" sz="2800" dirty="0"/>
              <a:t>. Cu SW2 </a:t>
            </a:r>
            <a:r>
              <a:rPr lang="en-US" sz="2800" dirty="0" err="1"/>
              <a:t>schimb</a:t>
            </a:r>
            <a:r>
              <a:rPr lang="en-US" sz="2800" dirty="0"/>
              <a:t> </a:t>
            </a:r>
            <a:r>
              <a:rPr lang="en-US" sz="2800" dirty="0" err="1"/>
              <a:t>selecția</a:t>
            </a:r>
            <a:r>
              <a:rPr lang="en-US" sz="2800" dirty="0"/>
              <a:t>, </a:t>
            </a:r>
            <a:r>
              <a:rPr lang="en-US" sz="2800" dirty="0" err="1"/>
              <a:t>iar</a:t>
            </a:r>
            <a:r>
              <a:rPr lang="en-US" sz="2800" dirty="0"/>
              <a:t> cu SW3 confirm </a:t>
            </a:r>
            <a:r>
              <a:rPr lang="en-US" sz="2800" dirty="0" err="1"/>
              <a:t>opțiunea</a:t>
            </a:r>
            <a:r>
              <a:rPr lang="en-US" sz="2800" dirty="0"/>
              <a:t>. Am </a:t>
            </a:r>
            <a:r>
              <a:rPr lang="en-US" sz="2800" dirty="0" err="1"/>
              <a:t>încercat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păstrez</a:t>
            </a:r>
            <a:r>
              <a:rPr lang="en-US" sz="2800" dirty="0"/>
              <a:t> </a:t>
            </a:r>
            <a:r>
              <a:rPr lang="en-US" sz="2800" dirty="0" err="1"/>
              <a:t>interfața</a:t>
            </a:r>
            <a:r>
              <a:rPr lang="en-US" sz="2800" dirty="0"/>
              <a:t> </a:t>
            </a:r>
            <a:r>
              <a:rPr lang="en-US" sz="2800" dirty="0" err="1"/>
              <a:t>simplă</a:t>
            </a:r>
            <a:r>
              <a:rPr lang="en-US" sz="2800" dirty="0"/>
              <a:t>, </a:t>
            </a:r>
            <a:r>
              <a:rPr lang="en-US" sz="2800" dirty="0" err="1"/>
              <a:t>pentru</a:t>
            </a:r>
            <a:r>
              <a:rPr lang="en-US" sz="2800" dirty="0"/>
              <a:t> ca </a:t>
            </a:r>
            <a:r>
              <a:rPr lang="en-US" sz="2800" dirty="0" err="1"/>
              <a:t>navigarea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fie </a:t>
            </a:r>
            <a:r>
              <a:rPr lang="en-US" sz="2800" dirty="0" err="1"/>
              <a:t>intuitivă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stabilă</a:t>
            </a:r>
            <a:r>
              <a:rPr lang="en-US" sz="28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191925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/>
              <a:t>Flappy Bird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„</a:t>
            </a:r>
            <a:r>
              <a:rPr lang="en-US" sz="2800" dirty="0" err="1"/>
              <a:t>Primul</a:t>
            </a:r>
            <a:r>
              <a:rPr lang="en-US" sz="2800" dirty="0"/>
              <a:t> </a:t>
            </a:r>
            <a:r>
              <a:rPr lang="en-US" sz="2800" dirty="0" err="1"/>
              <a:t>joc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o </a:t>
            </a:r>
            <a:r>
              <a:rPr lang="en-US" sz="2800" dirty="0" err="1"/>
              <a:t>versiune</a:t>
            </a:r>
            <a:r>
              <a:rPr lang="en-US" sz="2800" dirty="0"/>
              <a:t> </a:t>
            </a:r>
            <a:r>
              <a:rPr lang="en-US" sz="2800" dirty="0" err="1"/>
              <a:t>simplificată</a:t>
            </a:r>
            <a:r>
              <a:rPr lang="en-US" sz="2800" dirty="0"/>
              <a:t> de Flappy Bird. </a:t>
            </a:r>
            <a:r>
              <a:rPr lang="en-US" sz="2800" dirty="0" err="1"/>
              <a:t>Poziția</a:t>
            </a:r>
            <a:r>
              <a:rPr lang="en-US" sz="2800" dirty="0"/>
              <a:t> </a:t>
            </a:r>
            <a:r>
              <a:rPr lang="en-US" sz="2800" dirty="0" err="1"/>
              <a:t>verticală</a:t>
            </a:r>
            <a:r>
              <a:rPr lang="en-US" sz="2800" dirty="0"/>
              <a:t> a </a:t>
            </a:r>
            <a:r>
              <a:rPr lang="en-US" sz="2800" dirty="0" err="1"/>
              <a:t>păsării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actualizată</a:t>
            </a:r>
            <a:r>
              <a:rPr lang="en-US" sz="2800" dirty="0"/>
              <a:t> periodic, </a:t>
            </a:r>
            <a:r>
              <a:rPr lang="en-US" sz="2800" dirty="0" err="1"/>
              <a:t>iar</a:t>
            </a:r>
            <a:r>
              <a:rPr lang="en-US" sz="2800" dirty="0"/>
              <a:t> </a:t>
            </a:r>
            <a:r>
              <a:rPr lang="en-US" sz="2800" dirty="0" err="1"/>
              <a:t>apăsarea</a:t>
            </a:r>
            <a:r>
              <a:rPr lang="en-US" sz="2800" dirty="0"/>
              <a:t> SW2 </a:t>
            </a:r>
            <a:r>
              <a:rPr lang="en-US" sz="2800" dirty="0" err="1"/>
              <a:t>îi</a:t>
            </a:r>
            <a:r>
              <a:rPr lang="en-US" sz="2800" dirty="0"/>
              <a:t> </a:t>
            </a:r>
            <a:r>
              <a:rPr lang="en-US" sz="2800" dirty="0" err="1"/>
              <a:t>modifică</a:t>
            </a:r>
            <a:r>
              <a:rPr lang="en-US" sz="2800" dirty="0"/>
              <a:t> </a:t>
            </a:r>
            <a:r>
              <a:rPr lang="en-US" sz="2800" dirty="0" err="1"/>
              <a:t>mișcarea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o face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urce</a:t>
            </a:r>
            <a:r>
              <a:rPr lang="en-US" sz="2800" dirty="0"/>
              <a:t>. </a:t>
            </a:r>
            <a:r>
              <a:rPr lang="en-US" sz="2800" dirty="0" err="1"/>
              <a:t>Obstacolele</a:t>
            </a:r>
            <a:r>
              <a:rPr lang="en-US" sz="2800" dirty="0"/>
              <a:t> se </a:t>
            </a:r>
            <a:r>
              <a:rPr lang="en-US" sz="2800" dirty="0" err="1"/>
              <a:t>deplasează</a:t>
            </a:r>
            <a:r>
              <a:rPr lang="en-US" sz="2800" dirty="0"/>
              <a:t> pe </a:t>
            </a:r>
            <a:r>
              <a:rPr lang="en-US" sz="2800" dirty="0" err="1"/>
              <a:t>ecran</a:t>
            </a:r>
            <a:r>
              <a:rPr lang="en-US" sz="2800" dirty="0"/>
              <a:t>, </a:t>
            </a:r>
            <a:r>
              <a:rPr lang="en-US" sz="2800" dirty="0" err="1"/>
              <a:t>iar</a:t>
            </a:r>
            <a:r>
              <a:rPr lang="en-US" sz="2800" dirty="0"/>
              <a:t> la </a:t>
            </a:r>
            <a:r>
              <a:rPr lang="en-US" sz="2800" dirty="0" err="1"/>
              <a:t>coliziune</a:t>
            </a:r>
            <a:r>
              <a:rPr lang="en-US" sz="2800" dirty="0"/>
              <a:t> </a:t>
            </a:r>
            <a:r>
              <a:rPr lang="en-US" sz="2800" dirty="0" err="1"/>
              <a:t>jocul</a:t>
            </a:r>
            <a:r>
              <a:rPr lang="en-US" sz="2800" dirty="0"/>
              <a:t> </a:t>
            </a:r>
            <a:r>
              <a:rPr lang="en-US" sz="2800" dirty="0" err="1"/>
              <a:t>intră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starea</a:t>
            </a:r>
            <a:r>
              <a:rPr lang="en-US" sz="2800" dirty="0"/>
              <a:t> Game Over. </a:t>
            </a:r>
            <a:r>
              <a:rPr lang="en-US" sz="2800" dirty="0" err="1"/>
              <a:t>Același</a:t>
            </a:r>
            <a:r>
              <a:rPr lang="en-US" sz="2800" dirty="0"/>
              <a:t> </a:t>
            </a:r>
            <a:r>
              <a:rPr lang="en-US" sz="2800" dirty="0" err="1"/>
              <a:t>buton</a:t>
            </a:r>
            <a:r>
              <a:rPr lang="en-US" sz="2800" dirty="0"/>
              <a:t> </a:t>
            </a:r>
            <a:r>
              <a:rPr lang="en-US" sz="2800" dirty="0" err="1"/>
              <a:t>poate</a:t>
            </a:r>
            <a:r>
              <a:rPr lang="en-US" sz="2800" dirty="0"/>
              <a:t> face restart, </a:t>
            </a:r>
            <a:r>
              <a:rPr lang="en-US" sz="2800" dirty="0" err="1"/>
              <a:t>iar</a:t>
            </a:r>
            <a:r>
              <a:rPr lang="en-US" sz="2800" dirty="0"/>
              <a:t> SW3 </a:t>
            </a:r>
            <a:r>
              <a:rPr lang="en-US" sz="2800" dirty="0" err="1"/>
              <a:t>revine</a:t>
            </a:r>
            <a:r>
              <a:rPr lang="en-US" sz="2800" dirty="0"/>
              <a:t> la </a:t>
            </a:r>
            <a:r>
              <a:rPr lang="en-US" sz="2800" dirty="0" err="1"/>
              <a:t>meniul</a:t>
            </a:r>
            <a:r>
              <a:rPr lang="en-US" sz="2800" dirty="0"/>
              <a:t> principal.</a:t>
            </a:r>
          </a:p>
        </p:txBody>
      </p:sp>
    </p:spTree>
    <p:extLst>
      <p:ext uri="{BB962C8B-B14F-4D97-AF65-F5344CB8AC3E}">
        <p14:creationId xmlns:p14="http://schemas.microsoft.com/office/powerpoint/2010/main" val="199424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38CD9-20B4-948D-7DE9-A4ABF36D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696F-ACCF-9788-164F-D3792548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/>
              <a:t>Dino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000EB-96D3-6749-968D-4714B73F6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Dino Run </a:t>
            </a:r>
            <a:r>
              <a:rPr lang="en-US" sz="2800" dirty="0" err="1"/>
              <a:t>folosește</a:t>
            </a:r>
            <a:r>
              <a:rPr lang="en-US" sz="2800" dirty="0"/>
              <a:t> o </a:t>
            </a:r>
            <a:r>
              <a:rPr lang="en-US" sz="2800" dirty="0" err="1"/>
              <a:t>mecanică</a:t>
            </a:r>
            <a:r>
              <a:rPr lang="en-US" sz="2800" dirty="0"/>
              <a:t> </a:t>
            </a:r>
            <a:r>
              <a:rPr lang="en-US" sz="2800" dirty="0" err="1"/>
              <a:t>diferită</a:t>
            </a:r>
            <a:r>
              <a:rPr lang="en-US" sz="2800" dirty="0"/>
              <a:t>, </a:t>
            </a:r>
            <a:r>
              <a:rPr lang="en-US" sz="2800" dirty="0" err="1"/>
              <a:t>deși</a:t>
            </a:r>
            <a:r>
              <a:rPr lang="en-US" sz="2800" dirty="0"/>
              <a:t> </a:t>
            </a:r>
            <a:r>
              <a:rPr lang="en-US" sz="2800" dirty="0" err="1"/>
              <a:t>controlul</a:t>
            </a:r>
            <a:r>
              <a:rPr lang="en-US" sz="2800" dirty="0"/>
              <a:t> </a:t>
            </a:r>
            <a:r>
              <a:rPr lang="en-US" sz="2800" dirty="0" err="1"/>
              <a:t>rămâne</a:t>
            </a:r>
            <a:r>
              <a:rPr lang="en-US" sz="2800" dirty="0"/>
              <a:t> </a:t>
            </a:r>
            <a:r>
              <a:rPr lang="en-US" sz="2800" dirty="0" err="1"/>
              <a:t>foarte</a:t>
            </a:r>
            <a:r>
              <a:rPr lang="en-US" sz="2800" dirty="0"/>
              <a:t> </a:t>
            </a:r>
            <a:r>
              <a:rPr lang="en-US" sz="2800" dirty="0" err="1"/>
              <a:t>simplu</a:t>
            </a:r>
            <a:r>
              <a:rPr lang="en-US" sz="2800" dirty="0"/>
              <a:t>. </a:t>
            </a:r>
            <a:r>
              <a:rPr lang="en-US" sz="2800" dirty="0" err="1"/>
              <a:t>Dinozaurul</a:t>
            </a:r>
            <a:r>
              <a:rPr lang="en-US" sz="2800" dirty="0"/>
              <a:t> se </a:t>
            </a:r>
            <a:r>
              <a:rPr lang="en-US" sz="2800" dirty="0" err="1"/>
              <a:t>află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partea</a:t>
            </a:r>
            <a:r>
              <a:rPr lang="en-US" sz="2800" dirty="0"/>
              <a:t> de </a:t>
            </a:r>
            <a:r>
              <a:rPr lang="en-US" sz="2800" dirty="0" err="1"/>
              <a:t>jos</a:t>
            </a:r>
            <a:r>
              <a:rPr lang="en-US" sz="2800" dirty="0"/>
              <a:t> a </a:t>
            </a:r>
            <a:r>
              <a:rPr lang="en-US" sz="2800" dirty="0" err="1"/>
              <a:t>ecranului</a:t>
            </a:r>
            <a:r>
              <a:rPr lang="en-US" sz="2800" dirty="0"/>
              <a:t>, </a:t>
            </a:r>
            <a:r>
              <a:rPr lang="en-US" sz="2800" dirty="0" err="1"/>
              <a:t>iar</a:t>
            </a:r>
            <a:r>
              <a:rPr lang="en-US" sz="2800" dirty="0"/>
              <a:t> </a:t>
            </a:r>
            <a:r>
              <a:rPr lang="en-US" sz="2800" dirty="0" err="1"/>
              <a:t>obstacolele</a:t>
            </a:r>
            <a:r>
              <a:rPr lang="en-US" sz="2800" dirty="0"/>
              <a:t> vin </a:t>
            </a:r>
            <a:r>
              <a:rPr lang="en-US" sz="2800" dirty="0" err="1"/>
              <a:t>către</a:t>
            </a:r>
            <a:r>
              <a:rPr lang="en-US" sz="2800" dirty="0"/>
              <a:t> el. SW2 </a:t>
            </a:r>
            <a:r>
              <a:rPr lang="en-US" sz="2800" dirty="0" err="1"/>
              <a:t>declanșează</a:t>
            </a:r>
            <a:r>
              <a:rPr lang="en-US" sz="2800" dirty="0"/>
              <a:t> </a:t>
            </a:r>
            <a:r>
              <a:rPr lang="en-US" sz="2800" dirty="0" err="1"/>
              <a:t>săritura</a:t>
            </a:r>
            <a:r>
              <a:rPr lang="en-US" sz="2800" dirty="0"/>
              <a:t>. Am </a:t>
            </a:r>
            <a:r>
              <a:rPr lang="en-US" sz="2800" dirty="0" err="1"/>
              <a:t>păstrat</a:t>
            </a:r>
            <a:r>
              <a:rPr lang="en-US" sz="2800" dirty="0"/>
              <a:t> </a:t>
            </a:r>
            <a:r>
              <a:rPr lang="en-US" sz="2800" dirty="0" err="1"/>
              <a:t>aceleași</a:t>
            </a:r>
            <a:r>
              <a:rPr lang="en-US" sz="2800" dirty="0"/>
              <a:t> reguli </a:t>
            </a:r>
            <a:r>
              <a:rPr lang="en-US" sz="2800" dirty="0" err="1"/>
              <a:t>pentru</a:t>
            </a:r>
            <a:r>
              <a:rPr lang="en-US" sz="2800" dirty="0"/>
              <a:t> restart </a:t>
            </a:r>
            <a:r>
              <a:rPr lang="en-US" sz="2800" dirty="0" err="1"/>
              <a:t>și</a:t>
            </a:r>
            <a:r>
              <a:rPr lang="en-US" sz="2800" dirty="0"/>
              <a:t> back </a:t>
            </a:r>
            <a:r>
              <a:rPr lang="en-US" sz="2800" dirty="0" err="1"/>
              <a:t>pentru</a:t>
            </a:r>
            <a:r>
              <a:rPr lang="en-US" sz="2800" dirty="0"/>
              <a:t> ca </a:t>
            </a:r>
            <a:r>
              <a:rPr lang="en-US" sz="2800" dirty="0" err="1"/>
              <a:t>utilizatorul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nu </a:t>
            </a:r>
            <a:r>
              <a:rPr lang="en-US" sz="2800" dirty="0" err="1"/>
              <a:t>trebuiască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învețe</a:t>
            </a:r>
            <a:r>
              <a:rPr lang="en-US" sz="2800" dirty="0"/>
              <a:t> </a:t>
            </a:r>
            <a:r>
              <a:rPr lang="en-US" sz="2800" dirty="0" err="1"/>
              <a:t>alte</a:t>
            </a:r>
            <a:r>
              <a:rPr lang="en-US" sz="2800" dirty="0"/>
              <a:t> </a:t>
            </a:r>
            <a:r>
              <a:rPr lang="en-US" sz="2800" dirty="0" err="1"/>
              <a:t>controale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fiecare</a:t>
            </a:r>
            <a:r>
              <a:rPr lang="en-US" sz="2800" dirty="0"/>
              <a:t> </a:t>
            </a:r>
            <a:r>
              <a:rPr lang="en-US" sz="2800" dirty="0" err="1"/>
              <a:t>joc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146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EE7D-ECC7-E9AF-3783-289F04E0B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6DAC-2D31-7EB5-E462-53C58946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61" y="777240"/>
            <a:ext cx="10007278" cy="1283843"/>
          </a:xfrm>
          <a:noFill/>
        </p:spPr>
        <p:txBody>
          <a:bodyPr anchor="b"/>
          <a:lstStyle/>
          <a:p>
            <a:r>
              <a:rPr lang="en-US" dirty="0" err="1"/>
              <a:t>Fotografia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07576-5624-85B2-61AF-EE7F032FE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029" y="2261313"/>
            <a:ext cx="3275746" cy="3653350"/>
          </a:xfrm>
          <a:noFill/>
        </p:spPr>
        <p:txBody>
          <a:bodyPr>
            <a:noAutofit/>
          </a:bodyPr>
          <a:lstStyle/>
          <a:p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/>
              <a:t>când</a:t>
            </a:r>
            <a:r>
              <a:rPr lang="en-US" sz="2000" dirty="0"/>
              <a:t> </a:t>
            </a:r>
            <a:r>
              <a:rPr lang="en-US" sz="2000" dirty="0" err="1"/>
              <a:t>utilizatorul</a:t>
            </a:r>
            <a:r>
              <a:rPr lang="en-US" sz="2000" dirty="0"/>
              <a:t> </a:t>
            </a:r>
            <a:r>
              <a:rPr lang="en-US" sz="2000" dirty="0" err="1"/>
              <a:t>selectează</a:t>
            </a:r>
            <a:r>
              <a:rPr lang="en-US" sz="2000" dirty="0"/>
              <a:t> </a:t>
            </a:r>
            <a:r>
              <a:rPr lang="en-US" sz="2000" dirty="0" err="1"/>
              <a:t>opțiunea</a:t>
            </a:r>
            <a:r>
              <a:rPr lang="en-US" sz="2000" dirty="0"/>
              <a:t> «FA POZA», FRDM-ul </a:t>
            </a:r>
            <a:r>
              <a:rPr lang="en-US" sz="2000" dirty="0" err="1"/>
              <a:t>trimite</a:t>
            </a:r>
            <a:r>
              <a:rPr lang="en-US" sz="2000" dirty="0"/>
              <a:t> </a:t>
            </a:r>
            <a:r>
              <a:rPr lang="en-US" sz="2000" dirty="0" err="1"/>
              <a:t>către</a:t>
            </a:r>
            <a:r>
              <a:rPr lang="en-US" sz="2000" dirty="0"/>
              <a:t> ESP32-CAM un </a:t>
            </a:r>
            <a:r>
              <a:rPr lang="en-US" sz="2000" dirty="0" err="1"/>
              <a:t>semnal</a:t>
            </a:r>
            <a:r>
              <a:rPr lang="en-US" sz="2000" dirty="0"/>
              <a:t> de trigger pe </a:t>
            </a:r>
            <a:r>
              <a:rPr lang="en-US" sz="2000" dirty="0" err="1"/>
              <a:t>pinul</a:t>
            </a:r>
            <a:r>
              <a:rPr lang="en-US" sz="2000" dirty="0"/>
              <a:t> P3_14. </a:t>
            </a:r>
            <a:r>
              <a:rPr lang="en-US" sz="2000" dirty="0" err="1"/>
              <a:t>Acesta</a:t>
            </a:r>
            <a:r>
              <a:rPr lang="en-US" sz="2000" dirty="0"/>
              <a:t> </a:t>
            </a:r>
            <a:r>
              <a:rPr lang="en-US" sz="2000" dirty="0" err="1"/>
              <a:t>ajunge</a:t>
            </a:r>
            <a:r>
              <a:rPr lang="en-US" sz="2000" dirty="0"/>
              <a:t> pe IO14 al ESP32-ului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îi</a:t>
            </a:r>
            <a:r>
              <a:rPr lang="en-US" sz="2000" dirty="0"/>
              <a:t> </a:t>
            </a:r>
            <a:r>
              <a:rPr lang="en-US" sz="2000" dirty="0" err="1"/>
              <a:t>indică</a:t>
            </a:r>
            <a:r>
              <a:rPr lang="en-US" sz="2000" dirty="0"/>
              <a:t> </a:t>
            </a:r>
            <a:r>
              <a:rPr lang="en-US" sz="2000" dirty="0" err="1"/>
              <a:t>faptul</a:t>
            </a:r>
            <a:r>
              <a:rPr lang="en-US" sz="2000" dirty="0"/>
              <a:t> </a:t>
            </a:r>
            <a:r>
              <a:rPr lang="en-US" sz="2000" dirty="0" err="1"/>
              <a:t>că</a:t>
            </a:r>
            <a:r>
              <a:rPr lang="en-US" sz="2000" dirty="0"/>
              <a:t> </a:t>
            </a:r>
            <a:r>
              <a:rPr lang="en-US" sz="2000" dirty="0" err="1"/>
              <a:t>trebuie</a:t>
            </a:r>
            <a:r>
              <a:rPr lang="en-US" sz="2000" dirty="0"/>
              <a:t> </a:t>
            </a:r>
            <a:r>
              <a:rPr lang="en-US" sz="2000" dirty="0" err="1"/>
              <a:t>realizată</a:t>
            </a:r>
            <a:r>
              <a:rPr lang="en-US" sz="2000" dirty="0"/>
              <a:t> o </a:t>
            </a:r>
            <a:r>
              <a:rPr lang="en-US" sz="2000" dirty="0" err="1"/>
              <a:t>captură</a:t>
            </a:r>
            <a:r>
              <a:rPr lang="en-US" sz="2000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26C8C8-D466-28F4-79C4-316895D9DFB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536" y="2260600"/>
            <a:ext cx="4872566" cy="365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0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AC9DB-36AF-6139-94CE-CD1AEAF9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7628-B3E0-CE63-914A-AA73E00D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 err="1"/>
              <a:t>Fotografia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E0A6-63F4-566F-A09E-7AC959F0F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800" dirty="0"/>
              <a:t>Partea de </a:t>
            </a:r>
            <a:r>
              <a:rPr lang="en-US" sz="2800" dirty="0" err="1"/>
              <a:t>cameră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programată</a:t>
            </a:r>
            <a:r>
              <a:rPr lang="en-US" sz="2800" dirty="0"/>
              <a:t> </a:t>
            </a:r>
            <a:r>
              <a:rPr lang="en-US" sz="2800" dirty="0" err="1"/>
              <a:t>separat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Arduino IDE, </a:t>
            </a:r>
            <a:r>
              <a:rPr lang="en-US" sz="2800" dirty="0" err="1"/>
              <a:t>în</a:t>
            </a:r>
            <a:r>
              <a:rPr lang="en-US" sz="2800" dirty="0"/>
              <a:t> C++, </a:t>
            </a:r>
            <a:r>
              <a:rPr lang="en-US" sz="2800" dirty="0" err="1"/>
              <a:t>deoarece</a:t>
            </a:r>
            <a:r>
              <a:rPr lang="en-US" sz="2800" dirty="0"/>
              <a:t> framework-ul Arduino </a:t>
            </a:r>
            <a:r>
              <a:rPr lang="en-US" sz="2800" dirty="0" err="1"/>
              <a:t>oferă</a:t>
            </a:r>
            <a:r>
              <a:rPr lang="en-US" sz="2800" dirty="0"/>
              <a:t> </a:t>
            </a:r>
            <a:r>
              <a:rPr lang="en-US" sz="2800" dirty="0" err="1"/>
              <a:t>suport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biblioteci</a:t>
            </a:r>
            <a:r>
              <a:rPr lang="en-US" sz="2800" dirty="0"/>
              <a:t> </a:t>
            </a:r>
            <a:r>
              <a:rPr lang="en-US" sz="2800" dirty="0" err="1"/>
              <a:t>potrivite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ESP32-CAM </a:t>
            </a:r>
            <a:r>
              <a:rPr lang="en-US" sz="2800" dirty="0" err="1"/>
              <a:t>și</a:t>
            </a:r>
            <a:r>
              <a:rPr lang="en-US" sz="2800" dirty="0"/>
              <a:t> mi-a </a:t>
            </a:r>
            <a:r>
              <a:rPr lang="en-US" sz="2800" dirty="0" err="1"/>
              <a:t>permis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gestionez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simplu</a:t>
            </a:r>
            <a:r>
              <a:rPr lang="en-US" sz="2800" dirty="0"/>
              <a:t> </a:t>
            </a:r>
            <a:r>
              <a:rPr lang="en-US" sz="2800" dirty="0" err="1"/>
              <a:t>inițializarea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captura</a:t>
            </a:r>
            <a:r>
              <a:rPr lang="en-US" sz="2800" dirty="0"/>
              <a:t> </a:t>
            </a:r>
            <a:r>
              <a:rPr lang="en-US" sz="2800" dirty="0" err="1"/>
              <a:t>imaginii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După</a:t>
            </a:r>
            <a:r>
              <a:rPr lang="en-US" sz="2800" dirty="0"/>
              <a:t> </a:t>
            </a:r>
            <a:r>
              <a:rPr lang="en-US" sz="2800" dirty="0" err="1"/>
              <a:t>realizarea</a:t>
            </a:r>
            <a:r>
              <a:rPr lang="en-US" sz="2800" dirty="0"/>
              <a:t> </a:t>
            </a:r>
            <a:r>
              <a:rPr lang="en-US" sz="2800" dirty="0" err="1"/>
              <a:t>fotografiei</a:t>
            </a:r>
            <a:r>
              <a:rPr lang="en-US" sz="2800" dirty="0"/>
              <a:t>, ESP32-CAM </a:t>
            </a:r>
            <a:r>
              <a:rPr lang="en-US" sz="2800" dirty="0" err="1"/>
              <a:t>trimite</a:t>
            </a:r>
            <a:r>
              <a:rPr lang="en-US" sz="2800" dirty="0"/>
              <a:t> </a:t>
            </a:r>
            <a:r>
              <a:rPr lang="en-US" sz="2800" dirty="0" err="1"/>
              <a:t>datele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</a:t>
            </a:r>
            <a:r>
              <a:rPr lang="en-US" sz="2800" dirty="0" err="1"/>
              <a:t>conexiunea</a:t>
            </a:r>
            <a:r>
              <a:rPr lang="en-US" sz="2800" dirty="0"/>
              <a:t> USB serial </a:t>
            </a:r>
            <a:r>
              <a:rPr lang="en-US" sz="2800" dirty="0" err="1"/>
              <a:t>către</a:t>
            </a:r>
            <a:r>
              <a:rPr lang="en-US" sz="2800" dirty="0"/>
              <a:t> laptop. Pe laptop </a:t>
            </a:r>
            <a:r>
              <a:rPr lang="en-US" sz="2800" dirty="0" err="1"/>
              <a:t>rulează</a:t>
            </a:r>
            <a:r>
              <a:rPr lang="en-US" sz="2800" dirty="0"/>
              <a:t> un script PowerShell care </a:t>
            </a:r>
            <a:r>
              <a:rPr lang="en-US" sz="2800" dirty="0" err="1"/>
              <a:t>ascultă</a:t>
            </a:r>
            <a:r>
              <a:rPr lang="en-US" sz="2800" dirty="0"/>
              <a:t> </a:t>
            </a:r>
            <a:r>
              <a:rPr lang="en-US" sz="2800" dirty="0" err="1"/>
              <a:t>portul</a:t>
            </a:r>
            <a:r>
              <a:rPr lang="en-US" sz="2800" dirty="0"/>
              <a:t> COM, </a:t>
            </a:r>
            <a:r>
              <a:rPr lang="en-US" sz="2800" dirty="0" err="1"/>
              <a:t>primește</a:t>
            </a:r>
            <a:r>
              <a:rPr lang="en-US" sz="2800" dirty="0"/>
              <a:t> </a:t>
            </a:r>
            <a:r>
              <a:rPr lang="en-US" sz="2800" dirty="0" err="1"/>
              <a:t>datele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salvează</a:t>
            </a:r>
            <a:r>
              <a:rPr lang="en-US" sz="2800" dirty="0"/>
              <a:t> automat </a:t>
            </a:r>
            <a:r>
              <a:rPr lang="en-US" sz="2800" dirty="0" err="1"/>
              <a:t>fotografia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folderul</a:t>
            </a:r>
            <a:r>
              <a:rPr lang="en-US" sz="2800" dirty="0"/>
              <a:t> photos.</a:t>
            </a:r>
          </a:p>
          <a:p>
            <a:r>
              <a:rPr lang="en-US" sz="2800" dirty="0"/>
              <a:t>FRDM-ul nu </a:t>
            </a:r>
            <a:r>
              <a:rPr lang="en-US" sz="2800" dirty="0" err="1"/>
              <a:t>procesează</a:t>
            </a:r>
            <a:r>
              <a:rPr lang="en-US" sz="2800" dirty="0"/>
              <a:t> </a:t>
            </a:r>
            <a:r>
              <a:rPr lang="en-US" sz="2800" dirty="0" err="1"/>
              <a:t>imaginea</a:t>
            </a:r>
            <a:r>
              <a:rPr lang="en-US" sz="2800" dirty="0"/>
              <a:t> </a:t>
            </a:r>
            <a:r>
              <a:rPr lang="en-US" sz="2800" dirty="0" err="1"/>
              <a:t>propriu-zisă</a:t>
            </a:r>
            <a:r>
              <a:rPr lang="en-US" sz="2800" dirty="0"/>
              <a:t>. El se </a:t>
            </a:r>
            <a:r>
              <a:rPr lang="en-US" sz="2800" dirty="0" err="1"/>
              <a:t>ocupă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de </a:t>
            </a:r>
            <a:r>
              <a:rPr lang="en-US" sz="2800" dirty="0" err="1"/>
              <a:t>interfață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de </a:t>
            </a:r>
            <a:r>
              <a:rPr lang="en-US" sz="2800" dirty="0" err="1"/>
              <a:t>comanda</a:t>
            </a:r>
            <a:r>
              <a:rPr lang="en-US" sz="2800" dirty="0"/>
              <a:t> de </a:t>
            </a:r>
            <a:r>
              <a:rPr lang="en-US" sz="2800" dirty="0" err="1"/>
              <a:t>captură</a:t>
            </a:r>
            <a:r>
              <a:rPr lang="en-US" sz="2800" dirty="0"/>
              <a:t>, </a:t>
            </a:r>
            <a:r>
              <a:rPr lang="en-US" sz="2800" dirty="0" err="1"/>
              <a:t>iar</a:t>
            </a:r>
            <a:r>
              <a:rPr lang="en-US" sz="2800" dirty="0"/>
              <a:t> </a:t>
            </a:r>
            <a:r>
              <a:rPr lang="en-US" sz="2800" dirty="0" err="1"/>
              <a:t>partea</a:t>
            </a:r>
            <a:r>
              <a:rPr lang="en-US" sz="2800" dirty="0"/>
              <a:t> de imagine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delegată</a:t>
            </a:r>
            <a:r>
              <a:rPr lang="en-US" sz="2800" dirty="0"/>
              <a:t> ESP32-CAM-ului.</a:t>
            </a:r>
          </a:p>
        </p:txBody>
      </p:sp>
    </p:spTree>
    <p:extLst>
      <p:ext uri="{BB962C8B-B14F-4D97-AF65-F5344CB8AC3E}">
        <p14:creationId xmlns:p14="http://schemas.microsoft.com/office/powerpoint/2010/main" val="19604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458F6-5157-FDCC-D8F9-A8ED8357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8865-19DA-571A-B2C5-A5FF8E42F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 err="1"/>
              <a:t>Filmarea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80AF-AF4A-F81F-2CA8-CFA7DC8AA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/>
              <a:t>Funcția</a:t>
            </a:r>
            <a:r>
              <a:rPr lang="en-US" sz="2800" dirty="0"/>
              <a:t> de </a:t>
            </a:r>
            <a:r>
              <a:rPr lang="en-US" sz="2800" dirty="0" err="1"/>
              <a:t>filmare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construită</a:t>
            </a:r>
            <a:r>
              <a:rPr lang="en-US" sz="2800" dirty="0"/>
              <a:t> pe </a:t>
            </a:r>
            <a:r>
              <a:rPr lang="en-US" sz="2800" dirty="0" err="1"/>
              <a:t>același</a:t>
            </a:r>
            <a:r>
              <a:rPr lang="en-US" sz="2800" dirty="0"/>
              <a:t> </a:t>
            </a:r>
            <a:r>
              <a:rPr lang="en-US" sz="2800" dirty="0" err="1"/>
              <a:t>principiu</a:t>
            </a:r>
            <a:r>
              <a:rPr lang="en-US" sz="2800" dirty="0"/>
              <a:t> ca </a:t>
            </a:r>
            <a:r>
              <a:rPr lang="en-US" sz="2800" dirty="0" err="1"/>
              <a:t>fotografia</a:t>
            </a:r>
            <a:r>
              <a:rPr lang="en-US" sz="2800" dirty="0"/>
              <a:t>, </a:t>
            </a:r>
            <a:r>
              <a:rPr lang="en-US" sz="2800" dirty="0" err="1"/>
              <a:t>dar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loc </a:t>
            </a:r>
            <a:r>
              <a:rPr lang="en-US" sz="2800" dirty="0" err="1"/>
              <a:t>să</a:t>
            </a:r>
            <a:r>
              <a:rPr lang="en-US" sz="2800" dirty="0"/>
              <a:t> fie </a:t>
            </a:r>
            <a:r>
              <a:rPr lang="en-US" sz="2800" dirty="0" err="1"/>
              <a:t>realizată</a:t>
            </a:r>
            <a:r>
              <a:rPr lang="en-US" sz="2800" dirty="0"/>
              <a:t> o </a:t>
            </a:r>
            <a:r>
              <a:rPr lang="en-US" sz="2800" dirty="0" err="1"/>
              <a:t>singură</a:t>
            </a:r>
            <a:r>
              <a:rPr lang="en-US" sz="2800" dirty="0"/>
              <a:t> </a:t>
            </a:r>
            <a:r>
              <a:rPr lang="en-US" sz="2800" dirty="0" err="1"/>
              <a:t>captură</a:t>
            </a:r>
            <a:r>
              <a:rPr lang="en-US" sz="2800" dirty="0"/>
              <a:t>, ESP32-CAM </a:t>
            </a:r>
            <a:r>
              <a:rPr lang="en-US" sz="2800" dirty="0" err="1"/>
              <a:t>realizează</a:t>
            </a:r>
            <a:r>
              <a:rPr lang="en-US" sz="2800" dirty="0"/>
              <a:t> </a:t>
            </a:r>
            <a:r>
              <a:rPr lang="en-US" sz="2800" b="1" dirty="0"/>
              <a:t>o </a:t>
            </a:r>
            <a:r>
              <a:rPr lang="en-US" sz="2800" b="1" dirty="0" err="1"/>
              <a:t>succesiune</a:t>
            </a:r>
            <a:r>
              <a:rPr lang="en-US" sz="2800" b="1" dirty="0"/>
              <a:t> de </a:t>
            </a:r>
            <a:r>
              <a:rPr lang="en-US" sz="2800" b="1" dirty="0" err="1"/>
              <a:t>imagini</a:t>
            </a:r>
            <a:r>
              <a:rPr lang="en-US" sz="2800" dirty="0"/>
              <a:t>, </a:t>
            </a:r>
            <a:r>
              <a:rPr lang="en-US" sz="2800" dirty="0" err="1"/>
              <a:t>adică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cadre.</a:t>
            </a:r>
          </a:p>
          <a:p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momentul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care </a:t>
            </a:r>
            <a:r>
              <a:rPr lang="en-US" sz="2800" dirty="0" err="1"/>
              <a:t>aleg</a:t>
            </a:r>
            <a:r>
              <a:rPr lang="en-US" sz="2800" dirty="0"/>
              <a:t> </a:t>
            </a:r>
            <a:r>
              <a:rPr lang="en-US" sz="2800" dirty="0" err="1"/>
              <a:t>opțiunea</a:t>
            </a:r>
            <a:r>
              <a:rPr lang="en-US" sz="2800" dirty="0"/>
              <a:t> FILMEAZĂ, FRDM-ul </a:t>
            </a:r>
            <a:r>
              <a:rPr lang="en-US" sz="2800" dirty="0" err="1"/>
              <a:t>trimite</a:t>
            </a:r>
            <a:r>
              <a:rPr lang="en-US" sz="2800" dirty="0"/>
              <a:t> </a:t>
            </a:r>
            <a:r>
              <a:rPr lang="en-US" sz="2800" dirty="0" err="1"/>
              <a:t>semnalul</a:t>
            </a:r>
            <a:r>
              <a:rPr lang="en-US" sz="2800" dirty="0"/>
              <a:t> de trigger </a:t>
            </a:r>
            <a:r>
              <a:rPr lang="en-US" sz="2800" dirty="0" err="1"/>
              <a:t>către</a:t>
            </a:r>
            <a:r>
              <a:rPr lang="en-US" sz="2800" dirty="0"/>
              <a:t> ESP32-CAM. Din </a:t>
            </a:r>
            <a:r>
              <a:rPr lang="en-US" sz="2800" dirty="0" err="1"/>
              <a:t>acel</a:t>
            </a:r>
            <a:r>
              <a:rPr lang="en-US" sz="2800" dirty="0"/>
              <a:t> moment, camera </a:t>
            </a:r>
            <a:r>
              <a:rPr lang="en-US" sz="2800" dirty="0" err="1"/>
              <a:t>intră</a:t>
            </a:r>
            <a:r>
              <a:rPr lang="en-US" sz="2800" dirty="0"/>
              <a:t> </a:t>
            </a:r>
            <a:r>
              <a:rPr lang="en-US" sz="2800" dirty="0" err="1"/>
              <a:t>într</a:t>
            </a:r>
            <a:r>
              <a:rPr lang="en-US" sz="2800" dirty="0"/>
              <a:t>-o </a:t>
            </a:r>
            <a:r>
              <a:rPr lang="en-US" sz="2800" dirty="0" err="1"/>
              <a:t>buclă</a:t>
            </a:r>
            <a:r>
              <a:rPr lang="en-US" sz="2800" dirty="0"/>
              <a:t> de </a:t>
            </a:r>
            <a:r>
              <a:rPr lang="en-US" sz="2800" dirty="0" err="1"/>
              <a:t>captură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aproximativ</a:t>
            </a:r>
            <a:r>
              <a:rPr lang="en-US" sz="2800" dirty="0"/>
              <a:t> </a:t>
            </a:r>
            <a:r>
              <a:rPr lang="en-US" sz="2800" dirty="0" err="1"/>
              <a:t>cinci</a:t>
            </a:r>
            <a:r>
              <a:rPr lang="en-US" sz="2800" dirty="0"/>
              <a:t> </a:t>
            </a:r>
            <a:r>
              <a:rPr lang="en-US" sz="2800" dirty="0" err="1"/>
              <a:t>secunde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4972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8EE3-A9B5-67EE-1301-A7EA1CF1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077D-DD32-055F-96CB-5280E373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 err="1"/>
              <a:t>Filmarea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1ECC3-82D2-57DE-1FCC-0A40E5B74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/>
              <a:t>Practic</a:t>
            </a:r>
            <a:r>
              <a:rPr lang="en-US" sz="2800" dirty="0"/>
              <a:t>, un videoclip </a:t>
            </a:r>
            <a:r>
              <a:rPr lang="en-US" sz="2800" dirty="0" err="1"/>
              <a:t>este</a:t>
            </a:r>
            <a:r>
              <a:rPr lang="en-US" sz="2800" dirty="0"/>
              <a:t> format din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</a:t>
            </a:r>
            <a:r>
              <a:rPr lang="en-US" sz="2800" dirty="0" err="1"/>
              <a:t>imagini</a:t>
            </a:r>
            <a:r>
              <a:rPr lang="en-US" sz="2800" dirty="0"/>
              <a:t> </a:t>
            </a:r>
            <a:r>
              <a:rPr lang="en-US" sz="2800" dirty="0" err="1"/>
              <a:t>afișate</a:t>
            </a:r>
            <a:r>
              <a:rPr lang="en-US" sz="2800" dirty="0"/>
              <a:t> </a:t>
            </a:r>
            <a:r>
              <a:rPr lang="en-US" sz="2800" dirty="0" err="1"/>
              <a:t>foarte</a:t>
            </a:r>
            <a:r>
              <a:rPr lang="en-US" sz="2800" dirty="0"/>
              <a:t> rapid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după</a:t>
            </a:r>
            <a:r>
              <a:rPr lang="en-US" sz="2800" dirty="0"/>
              <a:t> </a:t>
            </a:r>
            <a:r>
              <a:rPr lang="en-US" sz="2800" dirty="0" err="1"/>
              <a:t>alta.</a:t>
            </a:r>
            <a:r>
              <a:rPr lang="en-US" sz="2800" dirty="0"/>
              <a:t> ESP32-CAM </a:t>
            </a:r>
            <a:r>
              <a:rPr lang="en-US" sz="2800" dirty="0" err="1"/>
              <a:t>capturează</a:t>
            </a:r>
            <a:r>
              <a:rPr lang="en-US" sz="2800" dirty="0"/>
              <a:t> </a:t>
            </a:r>
            <a:r>
              <a:rPr lang="en-US" sz="2800" dirty="0" err="1"/>
              <a:t>primul</a:t>
            </a:r>
            <a:r>
              <a:rPr lang="en-US" sz="2800" dirty="0"/>
              <a:t> </a:t>
            </a:r>
            <a:r>
              <a:rPr lang="en-US" sz="2800" dirty="0" err="1"/>
              <a:t>cadru</a:t>
            </a:r>
            <a:r>
              <a:rPr lang="en-US" sz="2800" dirty="0"/>
              <a:t>, </a:t>
            </a:r>
            <a:r>
              <a:rPr lang="en-US" sz="2800" dirty="0" err="1"/>
              <a:t>apoi</a:t>
            </a:r>
            <a:r>
              <a:rPr lang="en-US" sz="2800" dirty="0"/>
              <a:t> </a:t>
            </a:r>
            <a:r>
              <a:rPr lang="en-US" sz="2800" dirty="0" err="1"/>
              <a:t>următorul</a:t>
            </a:r>
            <a:r>
              <a:rPr lang="en-US" sz="2800" dirty="0"/>
              <a:t>, </a:t>
            </a:r>
            <a:r>
              <a:rPr lang="en-US" sz="2800" dirty="0" err="1"/>
              <a:t>apoi</a:t>
            </a:r>
            <a:r>
              <a:rPr lang="en-US" sz="2800" dirty="0"/>
              <a:t> </a:t>
            </a:r>
            <a:r>
              <a:rPr lang="en-US" sz="2800" dirty="0" err="1"/>
              <a:t>următorul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așa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departe</a:t>
            </a:r>
            <a:r>
              <a:rPr lang="en-US" sz="2800" dirty="0"/>
              <a:t> pe </a:t>
            </a:r>
            <a:r>
              <a:rPr lang="en-US" sz="2800" dirty="0" err="1"/>
              <a:t>toată</a:t>
            </a:r>
            <a:r>
              <a:rPr lang="en-US" sz="2800" dirty="0"/>
              <a:t> </a:t>
            </a:r>
            <a:r>
              <a:rPr lang="en-US" sz="2800" dirty="0" err="1"/>
              <a:t>durata</a:t>
            </a:r>
            <a:r>
              <a:rPr lang="en-US" sz="2800" dirty="0"/>
              <a:t> </a:t>
            </a:r>
            <a:r>
              <a:rPr lang="en-US" sz="2800" dirty="0" err="1"/>
              <a:t>filmării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Numărul</a:t>
            </a:r>
            <a:r>
              <a:rPr lang="en-US" sz="2800" dirty="0"/>
              <a:t> de cadre </a:t>
            </a:r>
            <a:r>
              <a:rPr lang="en-US" sz="2800" dirty="0" err="1"/>
              <a:t>obținut</a:t>
            </a:r>
            <a:r>
              <a:rPr lang="en-US" sz="2800" dirty="0"/>
              <a:t> </a:t>
            </a:r>
            <a:r>
              <a:rPr lang="en-US" sz="2800" dirty="0" err="1"/>
              <a:t>depinde</a:t>
            </a:r>
            <a:r>
              <a:rPr lang="en-US" sz="2800" dirty="0"/>
              <a:t> de </a:t>
            </a:r>
            <a:r>
              <a:rPr lang="en-US" sz="2800" dirty="0" err="1"/>
              <a:t>viteza</a:t>
            </a:r>
            <a:r>
              <a:rPr lang="en-US" sz="2800" dirty="0"/>
              <a:t> cu care camera </a:t>
            </a:r>
            <a:r>
              <a:rPr lang="en-US" sz="2800" dirty="0" err="1"/>
              <a:t>poate</a:t>
            </a:r>
            <a:r>
              <a:rPr lang="en-US" sz="2800" dirty="0"/>
              <a:t> </a:t>
            </a:r>
            <a:r>
              <a:rPr lang="en-US" sz="2800" dirty="0" err="1"/>
              <a:t>realiza</a:t>
            </a:r>
            <a:r>
              <a:rPr lang="en-US" sz="2800" dirty="0"/>
              <a:t> </a:t>
            </a:r>
            <a:r>
              <a:rPr lang="en-US" sz="2800" dirty="0" err="1"/>
              <a:t>captura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de </a:t>
            </a:r>
            <a:r>
              <a:rPr lang="en-US" sz="2800" dirty="0" err="1"/>
              <a:t>viteza</a:t>
            </a:r>
            <a:r>
              <a:rPr lang="en-US" sz="2800" dirty="0"/>
              <a:t> cu care </a:t>
            </a:r>
            <a:r>
              <a:rPr lang="en-US" sz="2800" dirty="0" err="1"/>
              <a:t>datele</a:t>
            </a:r>
            <a:r>
              <a:rPr lang="en-US" sz="2800" dirty="0"/>
              <a:t> pot fi </a:t>
            </a:r>
            <a:r>
              <a:rPr lang="en-US" sz="2800" dirty="0" err="1"/>
              <a:t>transmise</a:t>
            </a:r>
            <a:r>
              <a:rPr lang="en-US" sz="2800" dirty="0"/>
              <a:t> </a:t>
            </a:r>
            <a:r>
              <a:rPr lang="en-US" sz="2800" dirty="0" err="1"/>
              <a:t>către</a:t>
            </a:r>
            <a:r>
              <a:rPr lang="en-US" sz="2800" dirty="0"/>
              <a:t> laptop. Cu </a:t>
            </a:r>
            <a:r>
              <a:rPr lang="en-US" sz="2800" dirty="0" err="1"/>
              <a:t>cât</a:t>
            </a:r>
            <a:r>
              <a:rPr lang="en-US" sz="2800" dirty="0"/>
              <a:t> </a:t>
            </a:r>
            <a:r>
              <a:rPr lang="en-US" sz="2800" dirty="0" err="1"/>
              <a:t>avem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cadre </a:t>
            </a:r>
            <a:r>
              <a:rPr lang="en-US" sz="2800" dirty="0" err="1"/>
              <a:t>într</a:t>
            </a:r>
            <a:r>
              <a:rPr lang="en-US" sz="2800" dirty="0"/>
              <a:t>-o </a:t>
            </a:r>
            <a:r>
              <a:rPr lang="en-US" sz="2800" dirty="0" err="1"/>
              <a:t>secundă</a:t>
            </a:r>
            <a:r>
              <a:rPr lang="en-US" sz="2800" dirty="0"/>
              <a:t>, cu </a:t>
            </a:r>
            <a:r>
              <a:rPr lang="en-US" sz="2800" dirty="0" err="1"/>
              <a:t>atât</a:t>
            </a:r>
            <a:r>
              <a:rPr lang="en-US" sz="2800" dirty="0"/>
              <a:t> </a:t>
            </a:r>
            <a:r>
              <a:rPr lang="en-US" sz="2800" dirty="0" err="1"/>
              <a:t>mișcarea</a:t>
            </a:r>
            <a:r>
              <a:rPr lang="en-US" sz="2800" dirty="0"/>
              <a:t> din video pare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fluidă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798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48B9-F4E0-26DD-BB05-89F0A4A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A34E4-D9BB-DCE7-F93A-98AF13AD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 err="1"/>
              <a:t>Comunicarea</a:t>
            </a:r>
            <a:r>
              <a:rPr lang="en-US" dirty="0"/>
              <a:t> FRDM ↔ ESP32-CAM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BAABB-3B55-6076-BCC5-6358D1F22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/>
              <a:t>Între</a:t>
            </a:r>
            <a:r>
              <a:rPr lang="en-US" sz="2800" dirty="0"/>
              <a:t> </a:t>
            </a:r>
            <a:r>
              <a:rPr lang="en-US" sz="2800" dirty="0" err="1"/>
              <a:t>cele</a:t>
            </a:r>
            <a:r>
              <a:rPr lang="en-US" sz="2800" dirty="0"/>
              <a:t> </a:t>
            </a:r>
            <a:r>
              <a:rPr lang="en-US" sz="2800" dirty="0" err="1"/>
              <a:t>două</a:t>
            </a:r>
            <a:r>
              <a:rPr lang="en-US" sz="2800" dirty="0"/>
              <a:t> </a:t>
            </a:r>
            <a:r>
              <a:rPr lang="en-US" sz="2800" dirty="0" err="1"/>
              <a:t>plăci</a:t>
            </a:r>
            <a:r>
              <a:rPr lang="en-US" sz="2800" dirty="0"/>
              <a:t> am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două</a:t>
            </a:r>
            <a:r>
              <a:rPr lang="en-US" sz="2800" dirty="0"/>
              <a:t> </a:t>
            </a:r>
            <a:r>
              <a:rPr lang="en-US" sz="2800" dirty="0" err="1"/>
              <a:t>semnale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masa </a:t>
            </a:r>
            <a:r>
              <a:rPr lang="en-US" sz="2800" dirty="0" err="1"/>
              <a:t>comună</a:t>
            </a:r>
            <a:r>
              <a:rPr lang="en-US" sz="2800" dirty="0"/>
              <a:t>. CAM_TRIGGER </a:t>
            </a:r>
            <a:r>
              <a:rPr lang="en-US" sz="2800" dirty="0" err="1"/>
              <a:t>pleacă</a:t>
            </a:r>
            <a:r>
              <a:rPr lang="en-US" sz="2800" dirty="0"/>
              <a:t> de la FRDM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îi</a:t>
            </a:r>
            <a:r>
              <a:rPr lang="en-US" sz="2800" dirty="0"/>
              <a:t> </a:t>
            </a:r>
            <a:r>
              <a:rPr lang="en-US" sz="2800" dirty="0" err="1"/>
              <a:t>spune</a:t>
            </a:r>
            <a:r>
              <a:rPr lang="en-US" sz="2800" dirty="0"/>
              <a:t> ESP32-ului </a:t>
            </a:r>
            <a:r>
              <a:rPr lang="en-US" sz="2800" dirty="0" err="1"/>
              <a:t>că</a:t>
            </a:r>
            <a:r>
              <a:rPr lang="en-US" sz="2800" dirty="0"/>
              <a:t> </a:t>
            </a:r>
            <a:r>
              <a:rPr lang="en-US" sz="2800" dirty="0" err="1"/>
              <a:t>trebuie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facă</a:t>
            </a:r>
            <a:r>
              <a:rPr lang="en-US" sz="2800" dirty="0"/>
              <a:t> o </a:t>
            </a:r>
            <a:r>
              <a:rPr lang="en-US" sz="2800" dirty="0" err="1"/>
              <a:t>captură</a:t>
            </a:r>
            <a:r>
              <a:rPr lang="en-US" sz="2800" dirty="0"/>
              <a:t>. CAM_DONE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semnalul</a:t>
            </a:r>
            <a:r>
              <a:rPr lang="en-US" sz="2800" dirty="0"/>
              <a:t> de </a:t>
            </a:r>
            <a:r>
              <a:rPr lang="en-US" sz="2800" dirty="0" err="1"/>
              <a:t>răspuns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 status. Cele </a:t>
            </a:r>
            <a:r>
              <a:rPr lang="en-US" sz="2800" dirty="0" err="1"/>
              <a:t>două</a:t>
            </a:r>
            <a:r>
              <a:rPr lang="en-US" sz="2800" dirty="0"/>
              <a:t> </a:t>
            </a:r>
            <a:r>
              <a:rPr lang="en-US" sz="2800" dirty="0" err="1"/>
              <a:t>plăci</a:t>
            </a:r>
            <a:r>
              <a:rPr lang="en-US" sz="2800" dirty="0"/>
              <a:t> sunt </a:t>
            </a:r>
            <a:r>
              <a:rPr lang="en-US" sz="2800" dirty="0" err="1"/>
              <a:t>alimentate</a:t>
            </a:r>
            <a:r>
              <a:rPr lang="en-US" sz="2800" dirty="0"/>
              <a:t> </a:t>
            </a:r>
            <a:r>
              <a:rPr lang="en-US" sz="2800" dirty="0" err="1"/>
              <a:t>separat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USB </a:t>
            </a:r>
            <a:r>
              <a:rPr lang="en-US" sz="2800" dirty="0" err="1"/>
              <a:t>și</a:t>
            </a:r>
            <a:r>
              <a:rPr lang="en-US" sz="2800" dirty="0"/>
              <a:t> nu am </a:t>
            </a:r>
            <a:r>
              <a:rPr lang="en-US" sz="2800" dirty="0" err="1"/>
              <a:t>legat</a:t>
            </a:r>
            <a:r>
              <a:rPr lang="en-US" sz="2800" dirty="0"/>
              <a:t> </a:t>
            </a:r>
            <a:r>
              <a:rPr lang="en-US" sz="2800" dirty="0" err="1"/>
              <a:t>între</a:t>
            </a:r>
            <a:r>
              <a:rPr lang="en-US" sz="2800" dirty="0"/>
              <a:t> </a:t>
            </a:r>
            <a:r>
              <a:rPr lang="en-US" sz="2800" dirty="0" err="1"/>
              <a:t>ele</a:t>
            </a:r>
            <a:r>
              <a:rPr lang="en-US" sz="2800" dirty="0"/>
              <a:t> </a:t>
            </a:r>
            <a:r>
              <a:rPr lang="en-US" sz="2800" dirty="0" err="1"/>
              <a:t>liniile</a:t>
            </a:r>
            <a:r>
              <a:rPr lang="en-US" sz="2800" dirty="0"/>
              <a:t> de 5V </a:t>
            </a:r>
            <a:r>
              <a:rPr lang="en-US" sz="2800" dirty="0" err="1"/>
              <a:t>sau</a:t>
            </a:r>
            <a:r>
              <a:rPr lang="en-US" sz="2800" dirty="0"/>
              <a:t> 3.3V.</a:t>
            </a:r>
          </a:p>
        </p:txBody>
      </p:sp>
    </p:spTree>
    <p:extLst>
      <p:ext uri="{BB962C8B-B14F-4D97-AF65-F5344CB8AC3E}">
        <p14:creationId xmlns:p14="http://schemas.microsoft.com/office/powerpoint/2010/main" val="102845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BF4A-73E7-52DC-34C7-C92E6791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5015-9BF9-DDC4-B19B-6EA7956D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/>
              <a:t>Display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cablare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32419-AE40-3337-0B2E-EE6DC1F3A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Display-ul </a:t>
            </a:r>
            <a:r>
              <a:rPr lang="en-US" sz="2800" dirty="0" err="1"/>
              <a:t>comunică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SPI cu </a:t>
            </a:r>
            <a:r>
              <a:rPr lang="en-US" sz="2800" dirty="0" err="1"/>
              <a:t>perifericul</a:t>
            </a:r>
            <a:r>
              <a:rPr lang="en-US" sz="2800" dirty="0"/>
              <a:t> LPSPI0 al </a:t>
            </a:r>
            <a:r>
              <a:rPr lang="en-US" sz="2800" dirty="0" err="1"/>
              <a:t>microcontrollerului</a:t>
            </a:r>
            <a:r>
              <a:rPr lang="en-US" sz="2800" dirty="0"/>
              <a:t>. </a:t>
            </a:r>
            <a:r>
              <a:rPr lang="en-US" sz="2800" dirty="0" err="1"/>
              <a:t>Avem</a:t>
            </a:r>
            <a:r>
              <a:rPr lang="en-US" sz="2800" dirty="0"/>
              <a:t> </a:t>
            </a:r>
            <a:r>
              <a:rPr lang="en-US" sz="2800" dirty="0" err="1"/>
              <a:t>liniile</a:t>
            </a:r>
            <a:r>
              <a:rPr lang="en-US" sz="2800" dirty="0"/>
              <a:t> standard MOSI, MISO, SCK </a:t>
            </a:r>
            <a:r>
              <a:rPr lang="en-US" sz="2800" dirty="0" err="1"/>
              <a:t>și</a:t>
            </a:r>
            <a:r>
              <a:rPr lang="en-US" sz="2800" dirty="0"/>
              <a:t> CS, plus </a:t>
            </a:r>
            <a:r>
              <a:rPr lang="en-US" sz="2800" dirty="0" err="1"/>
              <a:t>câteva</a:t>
            </a:r>
            <a:r>
              <a:rPr lang="en-US" sz="2800" dirty="0"/>
              <a:t> </a:t>
            </a:r>
            <a:r>
              <a:rPr lang="en-US" sz="2800" dirty="0" err="1"/>
              <a:t>semnale</a:t>
            </a:r>
            <a:r>
              <a:rPr lang="en-US" sz="2800" dirty="0"/>
              <a:t> GPIO </a:t>
            </a:r>
            <a:r>
              <a:rPr lang="en-US" sz="2800" dirty="0" err="1"/>
              <a:t>pentru</a:t>
            </a:r>
            <a:r>
              <a:rPr lang="en-US" sz="2800" dirty="0"/>
              <a:t> reset, data/command </a:t>
            </a:r>
            <a:r>
              <a:rPr lang="en-US" sz="2800" dirty="0" err="1"/>
              <a:t>și</a:t>
            </a:r>
            <a:r>
              <a:rPr lang="en-US" sz="2800" dirty="0"/>
              <a:t> backlight. Display-ul include </a:t>
            </a:r>
            <a:r>
              <a:rPr lang="en-US" sz="2800" dirty="0" err="1"/>
              <a:t>și</a:t>
            </a:r>
            <a:r>
              <a:rPr lang="en-US" sz="2800" dirty="0"/>
              <a:t> touchscreen, </a:t>
            </a:r>
            <a:r>
              <a:rPr lang="en-US" sz="2800" dirty="0" err="1"/>
              <a:t>însă</a:t>
            </a:r>
            <a:r>
              <a:rPr lang="en-US" sz="2800" dirty="0"/>
              <a:t> </a:t>
            </a:r>
            <a:r>
              <a:rPr lang="en-US" sz="2800" dirty="0" err="1"/>
              <a:t>partea</a:t>
            </a:r>
            <a:r>
              <a:rPr lang="en-US" sz="2800" dirty="0"/>
              <a:t> de touch nu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conectată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varianta</a:t>
            </a:r>
            <a:r>
              <a:rPr lang="en-US" sz="2800" dirty="0"/>
              <a:t> </a:t>
            </a:r>
            <a:r>
              <a:rPr lang="en-US" sz="2800" dirty="0" err="1"/>
              <a:t>finală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239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A1E1-C7CF-3A13-64D1-DC36D411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F9A8-8521-2C0D-0F43-E2FC5B6B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61" y="777240"/>
            <a:ext cx="10007278" cy="1283843"/>
          </a:xfrm>
          <a:noFill/>
        </p:spPr>
        <p:txBody>
          <a:bodyPr anchor="b"/>
          <a:lstStyle/>
          <a:p>
            <a:r>
              <a:rPr lang="en-US" dirty="0" err="1"/>
              <a:t>Butoanele</a:t>
            </a:r>
            <a:r>
              <a:rPr lang="en-US" dirty="0"/>
              <a:t> externe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E7F4-DF69-1FFF-61E5-D608AE6EE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029" y="2261313"/>
            <a:ext cx="3275746" cy="3653350"/>
          </a:xfrm>
          <a:noFill/>
        </p:spPr>
        <p:txBody>
          <a:bodyPr>
            <a:noAutofit/>
          </a:bodyPr>
          <a:lstStyle/>
          <a:p>
            <a:r>
              <a:rPr lang="en-US" dirty="0"/>
              <a:t>Am </a:t>
            </a:r>
            <a:r>
              <a:rPr lang="en-US" dirty="0" err="1"/>
              <a:t>adăugat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butoane</a:t>
            </a:r>
            <a:r>
              <a:rPr lang="en-US" dirty="0"/>
              <a:t> externe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apăsate</a:t>
            </a:r>
            <a:r>
              <a:rPr lang="en-US" dirty="0"/>
              <a:t> permanent </a:t>
            </a:r>
            <a:r>
              <a:rPr lang="en-US" dirty="0" err="1"/>
              <a:t>butoanele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de pe </a:t>
            </a:r>
            <a:r>
              <a:rPr lang="en-US" dirty="0" err="1"/>
              <a:t>placă</a:t>
            </a:r>
            <a:r>
              <a:rPr lang="en-US" dirty="0"/>
              <a:t>. Ele sunt </a:t>
            </a:r>
            <a:r>
              <a:rPr lang="en-US" dirty="0" err="1"/>
              <a:t>conectate</a:t>
            </a:r>
            <a:r>
              <a:rPr lang="en-US" dirty="0"/>
              <a:t> pe </a:t>
            </a:r>
            <a:r>
              <a:rPr lang="en-US" dirty="0" err="1"/>
              <a:t>aceleași</a:t>
            </a:r>
            <a:r>
              <a:rPr lang="en-US" dirty="0"/>
              <a:t> </a:t>
            </a:r>
            <a:r>
              <a:rPr lang="en-US" dirty="0" err="1"/>
              <a:t>semnale</a:t>
            </a:r>
            <a:r>
              <a:rPr lang="en-US" dirty="0"/>
              <a:t> ca SW2 </a:t>
            </a:r>
            <a:r>
              <a:rPr lang="en-US" dirty="0" err="1"/>
              <a:t>și</a:t>
            </a:r>
            <a:r>
              <a:rPr lang="en-US" dirty="0"/>
              <a:t> SW3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funcționează</a:t>
            </a:r>
            <a:r>
              <a:rPr lang="en-US" dirty="0"/>
              <a:t> active LOW.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apăsarea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buton</a:t>
            </a:r>
            <a:r>
              <a:rPr lang="en-US" dirty="0"/>
              <a:t> </a:t>
            </a:r>
            <a:r>
              <a:rPr lang="en-US" dirty="0" err="1"/>
              <a:t>conectează</a:t>
            </a:r>
            <a:r>
              <a:rPr lang="en-US" dirty="0"/>
              <a:t> </a:t>
            </a:r>
            <a:r>
              <a:rPr lang="en-US" dirty="0" err="1"/>
              <a:t>intrarea</a:t>
            </a:r>
            <a:r>
              <a:rPr lang="en-US" dirty="0"/>
              <a:t> la GND, </a:t>
            </a:r>
            <a:r>
              <a:rPr lang="en-US" dirty="0" err="1"/>
              <a:t>iar</a:t>
            </a:r>
            <a:r>
              <a:rPr lang="en-US" dirty="0"/>
              <a:t> pull-up-ul </a:t>
            </a:r>
            <a:r>
              <a:rPr lang="en-US" dirty="0" err="1"/>
              <a:t>menține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HIGH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butonul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apăsat</a:t>
            </a:r>
            <a:r>
              <a:rPr lang="en-US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F75257-81DA-4AF5-866E-EC2E888D09CE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410" y="2260600"/>
            <a:ext cx="2740818" cy="365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87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B2DD1-4884-1397-090E-7318AEE4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0CCA-B809-0BE4-AB8F-C95251FFE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/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4D76E-2466-2FFD-E9BD-B7FD25784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6" y="2288614"/>
            <a:ext cx="9276397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/>
              <a:t>PixelPlay</a:t>
            </a:r>
            <a:r>
              <a:rPr lang="en-US" sz="2800" dirty="0"/>
              <a:t> mi-a </a:t>
            </a:r>
            <a:r>
              <a:rPr lang="en-US" sz="2800" dirty="0" err="1"/>
              <a:t>permis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combin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zone de embedded </a:t>
            </a:r>
            <a:r>
              <a:rPr lang="en-US" sz="2800" dirty="0" err="1"/>
              <a:t>într</a:t>
            </a:r>
            <a:r>
              <a:rPr lang="en-US" sz="2800" dirty="0"/>
              <a:t>-un </a:t>
            </a:r>
            <a:r>
              <a:rPr lang="en-US" sz="2800" dirty="0" err="1"/>
              <a:t>singur</a:t>
            </a:r>
            <a:r>
              <a:rPr lang="en-US" sz="2800" dirty="0"/>
              <a:t> </a:t>
            </a:r>
            <a:r>
              <a:rPr lang="en-US" sz="2800" dirty="0" err="1"/>
              <a:t>proiect</a:t>
            </a:r>
            <a:r>
              <a:rPr lang="en-US" sz="2800" dirty="0"/>
              <a:t>: </a:t>
            </a:r>
            <a:r>
              <a:rPr lang="en-US" sz="2800" dirty="0" err="1"/>
              <a:t>interfață</a:t>
            </a:r>
            <a:r>
              <a:rPr lang="en-US" sz="2800" dirty="0"/>
              <a:t> </a:t>
            </a:r>
            <a:r>
              <a:rPr lang="en-US" sz="2800" dirty="0" err="1"/>
              <a:t>grafică</a:t>
            </a:r>
            <a:r>
              <a:rPr lang="en-US" sz="2800" dirty="0"/>
              <a:t>, input hardware, </a:t>
            </a:r>
            <a:r>
              <a:rPr lang="en-US" sz="2800" dirty="0" err="1"/>
              <a:t>jocuri</a:t>
            </a:r>
            <a:r>
              <a:rPr lang="en-US" sz="2800" dirty="0"/>
              <a:t>, </a:t>
            </a:r>
            <a:r>
              <a:rPr lang="en-US" sz="2800" dirty="0" err="1"/>
              <a:t>comunicație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procesare</a:t>
            </a:r>
            <a:r>
              <a:rPr lang="en-US" sz="2800" dirty="0"/>
              <a:t> de imagine.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varianta</a:t>
            </a:r>
            <a:r>
              <a:rPr lang="en-US" sz="2800" dirty="0"/>
              <a:t> </a:t>
            </a:r>
            <a:r>
              <a:rPr lang="en-US" sz="2800" dirty="0" err="1"/>
              <a:t>finală</a:t>
            </a:r>
            <a:r>
              <a:rPr lang="en-US" sz="2800" dirty="0"/>
              <a:t> am </a:t>
            </a:r>
            <a:r>
              <a:rPr lang="en-US" sz="2800" dirty="0" err="1"/>
              <a:t>prioritizat</a:t>
            </a:r>
            <a:r>
              <a:rPr lang="en-US" sz="2800" dirty="0"/>
              <a:t> </a:t>
            </a:r>
            <a:r>
              <a:rPr lang="en-US" sz="2800" dirty="0" err="1"/>
              <a:t>stabilitatea</a:t>
            </a:r>
            <a:r>
              <a:rPr lang="en-US" sz="2800" dirty="0"/>
              <a:t>. Pe </a:t>
            </a:r>
            <a:r>
              <a:rPr lang="en-US" sz="2800" dirty="0" err="1"/>
              <a:t>viitor</a:t>
            </a:r>
            <a:r>
              <a:rPr lang="en-US" sz="2800" dirty="0"/>
              <a:t> </a:t>
            </a:r>
            <a:r>
              <a:rPr lang="en-US" sz="2800" dirty="0" err="1"/>
              <a:t>aș</a:t>
            </a:r>
            <a:r>
              <a:rPr lang="en-US" sz="2800" dirty="0"/>
              <a:t> integra touchscreen-ul, </a:t>
            </a:r>
            <a:r>
              <a:rPr lang="en-US" sz="2800" dirty="0" err="1"/>
              <a:t>aș</a:t>
            </a:r>
            <a:r>
              <a:rPr lang="en-US" sz="2800" dirty="0"/>
              <a:t> </a:t>
            </a:r>
            <a:r>
              <a:rPr lang="en-US" sz="2800" dirty="0" err="1"/>
              <a:t>afișa</a:t>
            </a:r>
            <a:r>
              <a:rPr lang="en-US" sz="2800" dirty="0"/>
              <a:t> direct </a:t>
            </a:r>
            <a:r>
              <a:rPr lang="en-US" sz="2800" dirty="0" err="1"/>
              <a:t>fotografiile</a:t>
            </a:r>
            <a:r>
              <a:rPr lang="en-US" sz="2800" dirty="0"/>
              <a:t> pe display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aș</a:t>
            </a:r>
            <a:r>
              <a:rPr lang="en-US" sz="2800" dirty="0"/>
              <a:t> </a:t>
            </a:r>
            <a:r>
              <a:rPr lang="en-US" sz="2800" dirty="0" err="1"/>
              <a:t>adăuga</a:t>
            </a:r>
            <a:r>
              <a:rPr lang="en-US" sz="2800" dirty="0"/>
              <a:t> </a:t>
            </a:r>
            <a:r>
              <a:rPr lang="en-US" sz="2800" dirty="0" err="1"/>
              <a:t>sunet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o </a:t>
            </a:r>
            <a:r>
              <a:rPr lang="en-US" sz="2800" dirty="0" err="1"/>
              <a:t>carcasă</a:t>
            </a:r>
            <a:r>
              <a:rPr lang="en-US" sz="2800" dirty="0"/>
              <a:t> </a:t>
            </a:r>
            <a:r>
              <a:rPr lang="en-US" sz="2800" dirty="0" err="1"/>
              <a:t>dedicată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2061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75" y="92597"/>
            <a:ext cx="3905250" cy="3032567"/>
          </a:xfrm>
          <a:noFill/>
        </p:spPr>
        <p:txBody>
          <a:bodyPr anchor="b"/>
          <a:lstStyle/>
          <a:p>
            <a:r>
              <a:rPr lang="en-US" dirty="0" err="1"/>
              <a:t>Multumesc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5" y="4004321"/>
            <a:ext cx="3905250" cy="2743200"/>
          </a:xfrm>
          <a:noFill/>
        </p:spPr>
        <p:txBody>
          <a:bodyPr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10081922_Win32_SL_V4" id="{CCBED28E-3218-45D8-920F-A2D91CCE8680}" vid="{A1C6549C-A185-4AC8-97B3-DFFFA73555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{3E3B5548-688B-4A1B-9202-AB4A7C33948C}TF96423eb0-8e02-4a99-b83b-bc60d19202d5328e4d86_win32-c07ae754e67e</Template>
  <TotalTime>25</TotalTime>
  <Words>965</Words>
  <Application>Microsoft Office PowerPoint</Application>
  <PresentationFormat>Widescreen</PresentationFormat>
  <Paragraphs>51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Quire Sans Pro Light</vt:lpstr>
      <vt:lpstr>Tisa Offc Serif Pro</vt:lpstr>
      <vt:lpstr>Custom</vt:lpstr>
      <vt:lpstr>PixelPlay</vt:lpstr>
      <vt:lpstr>PixelPlay – Mini Arcade Embedded cu integrare cameră</vt:lpstr>
      <vt:lpstr>PowerPoint Presentation</vt:lpstr>
      <vt:lpstr>Ce este PixelPlay?</vt:lpstr>
      <vt:lpstr>Hardware</vt:lpstr>
      <vt:lpstr>Arhitectura sistemului</vt:lpstr>
      <vt:lpstr>Interfața și alegerea userului</vt:lpstr>
      <vt:lpstr>Meniul PixelPlay</vt:lpstr>
      <vt:lpstr>Flappy Bird</vt:lpstr>
      <vt:lpstr>Dino Run</vt:lpstr>
      <vt:lpstr>Fotografia</vt:lpstr>
      <vt:lpstr>Fotografia</vt:lpstr>
      <vt:lpstr>Filmarea</vt:lpstr>
      <vt:lpstr>Filmarea</vt:lpstr>
      <vt:lpstr>Comunicarea FRDM ↔ ESP32-CAM</vt:lpstr>
      <vt:lpstr>Display și cablare</vt:lpstr>
      <vt:lpstr>Butoanele externe</vt:lpstr>
      <vt:lpstr>Concluzii</vt:lpstr>
      <vt:lpstr>Multumesc!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Bianca-Anastasia MIRCEA (143761)</dc:creator>
  <cp:lastModifiedBy>Bianca-Anastasia MIRCEA (143761)</cp:lastModifiedBy>
  <cp:revision>1</cp:revision>
  <dcterms:created xsi:type="dcterms:W3CDTF">2026-09-18T04:02:01Z</dcterms:created>
  <dcterms:modified xsi:type="dcterms:W3CDTF">2026-09-18T04:27:49Z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